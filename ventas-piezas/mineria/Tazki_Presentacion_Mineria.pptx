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MINERÍA. Foco: Prevención a la altura de la faena minera.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4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image" Target="../media/image61.png"/><Relationship Id="rId15" Type="http://schemas.openxmlformats.org/officeDocument/2006/relationships/image" Target="../media/image62.png"/><Relationship Id="rId16" Type="http://schemas.openxmlformats.org/officeDocument/2006/relationships/image" Target="../media/image6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20.png"/><Relationship Id="rId11" Type="http://schemas.openxmlformats.org/officeDocument/2006/relationships/image" Target="../media/image21.png"/><Relationship Id="rId12" Type="http://schemas.openxmlformats.org/officeDocument/2006/relationships/image" Target="../media/image22.png"/><Relationship Id="rId13" Type="http://schemas.openxmlformats.org/officeDocument/2006/relationships/image" Target="../media/image23.png"/><Relationship Id="rId14" Type="http://schemas.openxmlformats.org/officeDocument/2006/relationships/image" Target="../media/image24.png"/><Relationship Id="rId1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gif"/><Relationship Id="rId4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gif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8.gif"/><Relationship Id="rId4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5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4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3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Prevención a la altura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de tu faena minera.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Centraliza acreditación, EPP, capacitaciones e investigación de accidentes de toda la faena, con firma electrónica y trazabilidad. Pensado para operaciones mineras de alto riesgo y exigencia normativa (DS 132, DS 40).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Minería metalífera · Servicios a la minería · Faena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rcRect t="27499" b="27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E50">
              <a:alpha val="7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94960" cy="6858000"/>
          </a:xfrm>
          <a:prstGeom prst="rect">
            <a:avLst/>
          </a:prstGeom>
          <a:solidFill>
            <a:srgbClr val="0C1E50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94960" y="0"/>
            <a:ext cx="402336" cy="6858000"/>
          </a:xfrm>
          <a:prstGeom prst="rect">
            <a:avLst/>
          </a:prstGeom>
          <a:solidFill>
            <a:srgbClr val="0C1E5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79008" y="0"/>
            <a:ext cx="402336" cy="6858000"/>
          </a:xfrm>
          <a:prstGeom prst="rect">
            <a:avLst/>
          </a:prstGeom>
          <a:solidFill>
            <a:srgbClr val="0C1E50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163056" y="0"/>
            <a:ext cx="402336" cy="6858000"/>
          </a:xfrm>
          <a:prstGeom prst="rect">
            <a:avLst/>
          </a:prstGeom>
          <a:solidFill>
            <a:srgbClr val="0C1E50">
              <a:alpha val="7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47104" y="0"/>
            <a:ext cx="402336" cy="6858000"/>
          </a:xfrm>
          <a:prstGeom prst="rect">
            <a:avLst/>
          </a:prstGeom>
          <a:solidFill>
            <a:srgbClr val="0C1E50">
              <a:alpha val="6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31152" y="0"/>
            <a:ext cx="402336" cy="6858000"/>
          </a:xfrm>
          <a:prstGeom prst="rect">
            <a:avLst/>
          </a:prstGeom>
          <a:solidFill>
            <a:srgbClr val="0C1E50">
              <a:alpha val="5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0" y="0"/>
            <a:ext cx="402336" cy="6858000"/>
          </a:xfrm>
          <a:prstGeom prst="rect">
            <a:avLst/>
          </a:prstGeom>
          <a:solidFill>
            <a:srgbClr val="0C1E50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99248" y="0"/>
            <a:ext cx="402336" cy="6858000"/>
          </a:xfrm>
          <a:prstGeom prst="rect">
            <a:avLst/>
          </a:prstGeom>
          <a:solidFill>
            <a:srgbClr val="0C1E50">
              <a:alpha val="4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83296" y="0"/>
            <a:ext cx="402336" cy="6858000"/>
          </a:xfrm>
          <a:prstGeom prst="rect">
            <a:avLst/>
          </a:prstGeom>
          <a:solidFill>
            <a:srgbClr val="0C1E50">
              <a:alpha val="3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67344" y="0"/>
            <a:ext cx="402336" cy="6858000"/>
          </a:xfrm>
          <a:prstGeom prst="rect">
            <a:avLst/>
          </a:prstGeom>
          <a:solidFill>
            <a:srgbClr val="0C1E50">
              <a:alpha val="2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51392" y="0"/>
            <a:ext cx="402336" cy="6858000"/>
          </a:xfrm>
          <a:prstGeom prst="rect">
            <a:avLst/>
          </a:prstGeom>
          <a:solidFill>
            <a:srgbClr val="0C1E50">
              <a:alpha val="2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160520"/>
            <a:ext cx="12191695" cy="2148840"/>
          </a:xfrm>
          <a:prstGeom prst="rect">
            <a:avLst/>
          </a:prstGeom>
          <a:solidFill>
            <a:srgbClr val="0C1E50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4088" y="640080"/>
            <a:ext cx="329184" cy="32004"/>
          </a:xfrm>
          <a:prstGeom prst="rect">
            <a:avLst/>
          </a:prstGeom>
          <a:solidFill>
            <a:srgbClr val="7FB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EL CONTEXTO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1051560"/>
            <a:ext cx="603504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Ya no basta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con tener</a:t>
            </a:r>
          </a:p>
          <a:p>
            <a:pPr>
              <a:lnSpc>
                <a:spcPct val="106000"/>
              </a:lnSpc>
            </a:pPr>
            <a:r>
              <a:rPr sz="4400" b="1">
                <a:solidFill>
                  <a:srgbClr val="FFFFFF"/>
                </a:solidFill>
                <a:latin typeface="DM Sans"/>
              </a:rPr>
              <a:t>los papeles.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3310128"/>
            <a:ext cx="5577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2000"/>
              </a:lnSpc>
            </a:pPr>
            <a:r>
              <a:rPr sz="1550" b="0">
                <a:solidFill>
                  <a:srgbClr val="C9D3EA"/>
                </a:solidFill>
                <a:latin typeface="DM Sans"/>
              </a:rPr>
              <a:t>El DS 44 cambió la regla: desde 2025 la prevención dejó de medirse por documentos archivados y pasó a medirse por gestión demostrable.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ODI se convirtió en IRL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Informar los riesgos de cada puesto, con firma de quien los conoció, y actualizarlos cuando la tarea cambia.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La MIPER manda el programa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La matriz define el programa preventivo, y ese programa vence a los 30 días de actualizar la matriz.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19288" y="4315968"/>
            <a:ext cx="3246120" cy="36576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9288" y="446227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7FB2FF"/>
                </a:solidFill>
                <a:latin typeface="DM Sans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4718304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650" b="1">
                <a:solidFill>
                  <a:srgbClr val="FFFFFF"/>
                </a:solidFill>
                <a:latin typeface="DM Sans"/>
              </a:rPr>
              <a:t>Se fiscaliza la evidencia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19288" y="5468112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6000"/>
              </a:lnSpc>
            </a:pPr>
            <a:r>
              <a:rPr sz="1150" b="0">
                <a:solidFill>
                  <a:srgbClr val="C9D3EA"/>
                </a:solidFill>
                <a:latin typeface="DM Sans"/>
              </a:rPr>
              <a:t>El FUF no revisa si el documento existe: revisa fecha, responsable, firma y seguimiento.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6428232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DM Sans"/>
              </a:rPr>
              <a:t>Tazki es donde esa gestión queda registrada, al día y lista para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" y="6784848"/>
            <a:ext cx="274320" cy="54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00" b="0">
                <a:solidFill>
                  <a:srgbClr val="FFFFFF"/>
                </a:solidFill>
                <a:latin typeface="DM Sans"/>
              </a:rPr>
              <a:t>​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3100" b="1">
                <a:solidFill>
                  <a:srgbClr val="0C1E50"/>
                </a:solidFill>
                <a:latin typeface="DM Sans"/>
              </a:rPr>
              <a:t>Empresas que ya confían en Tazki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133856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5B6472"/>
                </a:solidFill>
                <a:latin typeface="DM Sans"/>
              </a:rPr>
              <a:t>Minería y faenas · 13 de las +150 que ya digitalizaron su prevención.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241" y="3122791"/>
            <a:ext cx="1416466" cy="102389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70032" y="3110809"/>
            <a:ext cx="1416466" cy="1047861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8823" y="3122791"/>
            <a:ext cx="1416466" cy="1023896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7614" y="3122791"/>
            <a:ext cx="1416466" cy="102389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6404" y="3122791"/>
            <a:ext cx="1416466" cy="1023896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05195" y="3122791"/>
            <a:ext cx="1416466" cy="1023896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63986" y="3122791"/>
            <a:ext cx="1416466" cy="1023896"/>
          </a:xfrm>
          <a:prstGeom prst="rect">
            <a:avLst/>
          </a:prstGeom>
        </p:spPr>
      </p:pic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1241" y="4311511"/>
            <a:ext cx="1416466" cy="1023896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70032" y="4311511"/>
            <a:ext cx="1416466" cy="1023896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8823" y="4299529"/>
            <a:ext cx="1416466" cy="1047861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87614" y="4311511"/>
            <a:ext cx="1416466" cy="1023896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46404" y="4311511"/>
            <a:ext cx="1416466" cy="1023896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505195" y="4299529"/>
            <a:ext cx="1416466" cy="104786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22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file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La documentación de la faena vive en Excel y papel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Acreditaciones, entrega de EPP, charlas y permisos repartidos en planillas y carpetas. En minería, un registro que no aparece es una detención de faena.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gavel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Sin trazabilidad, la fiscalización te pilla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DS 132, DS 40, Sernageomin y la mutualidad exigen evidencia firmada y al día. Reunirla a mano, faena por faena, es contra el reloj.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magnifying-glas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Cuando hay un incidente grave, todo se revisa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En una operación de alto riesgo, ante un accidente se audita cada control. Si la documentación quedó incompleta, la empresa y el prevencionista quedan expuestos.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714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map-pin-1537D1-18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Control de toda la faena, aunque sea remota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Acreditación, EPP y hallazgos de cada centro y contratista en un solo panel — con modo offline para terreno sin señal.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Pongamos tu prevención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al día,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