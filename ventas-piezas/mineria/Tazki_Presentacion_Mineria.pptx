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MINERÍA. Foco: Prevención a la altura de la faena minera.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miner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a la altura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de tu faena minera.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acreditación, EPP, capacitaciones e investigación de accidentes de toda la faena, con firma electrónica y trazabilidad. Pensado para operaciones mineras de alto riesgo y exigencia normativa (DS 132, DS 40).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Minería metalífera · Servicios a la minería · Faena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minería metalífera · servicios a la minería · faena que ya digitalizaron su prevención con nosotros.</a:t>
            </a:r>
          </a:p>
        </p:txBody>
      </p:sp>
      <p:pic>
        <p:nvPicPr>
          <p:cNvPr id="4" name="Picture 3" descr="wall_mine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92845"/>
            <a:ext cx="9966960" cy="18267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22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de la faena vive en Excel y papel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Acreditaciones, entrega de EPP, charlas y permisos repartidos en planillas y carpetas. En minería, un registro que no aparece es una detención de faena.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pilla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DS 132, DS 40, Sernageomin y la mutualidad exigen evidencia firmada y al día. Reunirla a mano, faena por faena, es contra el reloj.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magnifying-glas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hay un incidente grave, todo se revisa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En una operación de alto riesgo, ante un accidente se audita cada control. Si la documentación quedó incompleta, la empresa y el prevencionista quedan expuestos.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714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map-pin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Control de toda la faena, aunque sea remota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Acreditación, EPP y hallazgos de cada centro y contratista en un solo panel — con modo offline para terreno sin señal.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