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MINERÍA. Foco: Prevención a la altura de la faena minera.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ine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 la altura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de tu faena minera.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acreditación, EPP, capacitaciones e investigación de accidentes de toda la faena, con firma electrónica y trazabilidad. Pensado para operaciones mineras de alto riesgo y exigencia normativa (DS 132, DS 40).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Minería metalífera · Servicios a la minería · Faena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minería metalífera · servicios a la minería · faena que ya digitalizaron su prevención con nosotros.</a:t>
            </a:r>
          </a:p>
        </p:txBody>
      </p:sp>
      <p:pic>
        <p:nvPicPr>
          <p:cNvPr id="4" name="Picture 3" descr="wall_min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2845"/>
            <a:ext cx="9966960" cy="1826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2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faena vive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Acreditaciones, entrega de EPP, charlas y permisos repartidos en planillas y carpetas. En minería, un registro que no aparece es una detención de faena.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DS 132, DS 40, Sernageomin y la mutualidad exigen evidencia firmada y al día. Reunirla a mano, faena por faena,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hay un incidente grave, todo se revisa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 una operación de alto riesgo, ante un accidente se audita cada control. Si la documentación quedó incompleta, la empresa y el prevencionista quedan expuestos.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14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Control de toda la faena, aunque sea remota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Acreditación, EPP y hallazgos de cada centro y contratista en un solo panel — con modo offline para terreno sin señal.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537D1"/>
                </a:solidFill>
                <a:latin typeface="DM Sans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El DS 44 cambió lo que se te exige:</a:t>
            </a:r>
          </a:p>
          <a:p>
            <a:pPr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0C1E50"/>
                </a:solidFill>
                <a:latin typeface="DM Sans"/>
              </a:rPr>
              <a:t>ya no basta con tener los papeles.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93392"/>
            <a:ext cx="9692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450" b="0">
                <a:solidFill>
                  <a:srgbClr val="5B6472"/>
                </a:solidFill>
                <a:latin typeface="DM Sans"/>
              </a:rPr>
              <a:t>Desde 2025 la prevención dejó de medirse por documentos archivados y pasó a medirse por gestión demostrable. Estas son las tres exigencias que cambiaron el día a día.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14300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Ahora hay que informar los riesgos de cada puesto de trabajo, dejar firma de que la persona los conoció y actualizar esa información cada vez que el riesgo o la tarea cambian.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79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54879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La matriz de peligros define el programa de trabajo preventivo, y ese programa debe elaborarse o modificarse dentro de los 30 días siguientes a confeccionar o actualizar la matriz.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880360"/>
            <a:ext cx="3429000" cy="2514600"/>
          </a:xfrm>
          <a:prstGeom prst="roundRect">
            <a:avLst>
              <a:gd name="adj" fmla="val 45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366760" y="3200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66760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537D1"/>
                </a:solidFill>
                <a:latin typeface="DM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84048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550" b="1">
                <a:solidFill>
                  <a:srgbClr val="0C1E50"/>
                </a:solidFill>
                <a:latin typeface="DM Sans"/>
              </a:rPr>
              <a:t>La fiscalización pide evidencia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4407408"/>
            <a:ext cx="277063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B6472"/>
                </a:solidFill>
                <a:latin typeface="DM Sans"/>
              </a:rPr>
              <a:t>El Formulario Único de Fiscalización no revisa si el documento existe: revisa fecha, responsable, firma y seguimiento. Sin trazabilidad, no hay cómo demostrar la gestión.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245352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