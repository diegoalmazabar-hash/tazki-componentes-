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CONSTRUCCIÓN. Foco: Respaldo ante la DT en cada obra.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construcc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que te respalda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cada obra.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capacitaciones, EPP, hallazgos y contratistas de todas tus obras, con firma electrónica y trazabilidad lista para la fiscalización de la DT.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Construcción · Obras · Contratistas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construcción · obras · contratistas que ya digitalizaron su prevención con nosotros.</a:t>
            </a:r>
          </a:p>
        </p:txBody>
      </p:sp>
      <p:pic>
        <p:nvPicPr>
          <p:cNvPr id="4" name="Picture 3" descr="wall_constru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781608"/>
            <a:ext cx="9966960" cy="28492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129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gavel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 te fiscaliza la DT, tienes que responder al tiro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entrega de EPP y charlas al día. Cuando están en carpetas y correos, reunir la evidencia a tiempo es contra el reloj.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file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de la obra vive en Excel y papel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Planillas, firmas y checklists repartidos por cada obra. Al crecer o sumar filiales, nadie sabe con certeza qué está al día.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clipboard-text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terreno se llena de firmas en papel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Charlas, inspecciones y hallazgos se registran a mano y se traspapelan. Reaccionar a un hallazgo puede tomar una semana entera.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121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buildings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Todas tus obras en un panel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Ves qué está al día en cada obra y filial desde un solo lugar, y bajas el tiempo de reacción ante un hallazgo a inmediato.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