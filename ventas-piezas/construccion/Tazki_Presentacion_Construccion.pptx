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· ICP CONSTRUCCIÓN. Foco: Respaldo ante la DT en cada obra. Hero reemplazable.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Prueba social al inicio: logos reales de clientes de este ICP.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dolores principales (situaciones frecuentes, no diagnóstico cerrado). Imagen y copy editables.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Ventajas: cómo ayuda el software. La 4a card se adapta al foco del ICP.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 a los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Inducciones.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Hallazgos.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Capacitaciones. [Clave para este ICP]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Inspecciones.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Contratistas.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EPP.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ART / AST.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MIPER.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Investigación de accidentes.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Programa de gestión.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Comité Paritario.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Insumos y Maquinaria.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Cierre/CTA.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gif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gif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gif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gif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gif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gif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gif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gif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gif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construcc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azki-wordmark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2377440" cy="8745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97480"/>
            <a:ext cx="7589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Prevención que te respalda</a:t>
            </a:r>
          </a:p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en cada obra.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7040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DDE6F5"/>
                </a:solidFill>
                <a:latin typeface="DM Sans"/>
                <a:cs typeface="DM Sans"/>
              </a:rPr>
              <a:t>Centraliza capacitaciones, EPP, hallazgos y contratistas de todas tus obras, con firma electrónica y trazabilidad lista para la fiscalización de la DT.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731520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DM Sans"/>
                <a:cs typeface="DM Sans"/>
              </a:rPr>
              <a:t>+150 empresas confían en Tazki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245352"/>
            <a:ext cx="370332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0">
                <a:solidFill>
                  <a:srgbClr val="CFE0FA"/>
                </a:solidFill>
                <a:latin typeface="DM Sans"/>
                <a:cs typeface="DM Sans"/>
              </a:rPr>
              <a:t>Construcción · Obras · Contratistas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C1E50"/>
                </a:solidFill>
                <a:latin typeface="DM Sans"/>
                <a:cs typeface="DM Sans"/>
              </a:rPr>
              <a:t>Empresas que ya confían en Tazki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>
                <a:solidFill>
                  <a:srgbClr val="5B6472"/>
                </a:solidFill>
                <a:latin typeface="DM Sans"/>
                <a:cs typeface="DM Sans"/>
              </a:rPr>
              <a:t>Operaciones de construcción · obras · contratistas que ya digitalizaron su prevención con nosotros.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65176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265176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ACL Ingeniería y Construcción Ltda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65176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53128" y="265176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AITUE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65176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0688" y="265176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AV Construcciones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2976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Ampuero Ingenieros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2976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429768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Axis Desarrollos Constructivos 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2976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429768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Befco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701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LO QUE HOY TE COMPLICA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Tres cosas que le pasan a casi todas las operaciones.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gavel-8F4799-1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01752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Si te fiscaliza la DT, tienes que responder al tiro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Capacitaciones, entrega de EPP y charlas al día. Cuando están en carpetas y correos, reunir la evidencia a tiempo es contra el reloj.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files-8F4799-1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59436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La documentación de la obra vive en Excel y papel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Planillas, firmas y checklists repartidos por cada obra. Al crecer o sumar filiales, nadie sabe con certeza qué está al día.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clipboard-text-8F4799-1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017520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6676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El terreno se llena de firmas en papel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Charlas, inspecciones y hallazgos se registran a mano y se traspapelan. Reaccionar a un hallazgo puede tomar una semana entera.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725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ASÍ TE AYUDA TAZKI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De la planilla al control real de tu prevención.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stack-1537D1-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907792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Todo en un solo lugar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Reúne documentos, firmas y registros de tu prevención en una plataforma. Se acabó buscar en carpetas y correos.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seal-check-1537D1-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1" y="2907792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03320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Respaldo cuando lo necesitas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Cada registro queda con firma electrónica y trazabilidad, con el respaldo de la Resolución 908 de la Dirección del Trabajo.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1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device-mobile-1537D1-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3" y="2907792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3951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Prevención en terreno, desde el celular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Tu equipo levanta hallazgos, inspecciones y firmas donde ocurre el trabajo. Si no hay señal, se sincroniza al recuperar conexión.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44584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uo-buildings-1537D1-18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5" y="2907792"/>
            <a:ext cx="548640" cy="548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44584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Todas tus obras en un 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Ves qué está al día en cada obra y filial desde un solo lugar, y bajas el tiempo de reacción ante un hallazgo a inmediato.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2286000" cy="8409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651760"/>
            <a:ext cx="9966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DM Sans"/>
                <a:cs typeface="DM Sans"/>
              </a:rPr>
              <a:t>Un software modular, para cada proceso de tu prevención.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6052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Activa lo que tu operación necesita. Todo comparte datos, trazabilidad y firma.</a:t>
            </a:r>
          </a:p>
        </p:txBody>
      </p:sp>
      <p:pic>
        <p:nvPicPr>
          <p:cNvPr id="5" name="Picture 4" descr="duo-identification-card-B865C1-1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12080"/>
            <a:ext cx="566928" cy="566928"/>
          </a:xfrm>
          <a:prstGeom prst="rect">
            <a:avLst/>
          </a:prstGeom>
        </p:spPr>
      </p:pic>
      <p:pic>
        <p:nvPicPr>
          <p:cNvPr id="6" name="Picture 5" descr="duo-warning-B865C1-1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199" y="5212080"/>
            <a:ext cx="566928" cy="566928"/>
          </a:xfrm>
          <a:prstGeom prst="rect">
            <a:avLst/>
          </a:prstGeom>
        </p:spPr>
      </p:pic>
      <p:pic>
        <p:nvPicPr>
          <p:cNvPr id="7" name="Picture 6" descr="duo-chalkboard-teacher-B865C1-1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998" y="5212080"/>
            <a:ext cx="566928" cy="566928"/>
          </a:xfrm>
          <a:prstGeom prst="rect">
            <a:avLst/>
          </a:prstGeom>
        </p:spPr>
      </p:pic>
      <p:pic>
        <p:nvPicPr>
          <p:cNvPr id="8" name="Picture 7" descr="duo-clipboard-text-B865C1-18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7797" y="5212080"/>
            <a:ext cx="566928" cy="566928"/>
          </a:xfrm>
          <a:prstGeom prst="rect">
            <a:avLst/>
          </a:prstGeom>
        </p:spPr>
      </p:pic>
      <p:pic>
        <p:nvPicPr>
          <p:cNvPr id="9" name="Picture 8" descr="duo-buildings-B865C1-18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597" y="5212080"/>
            <a:ext cx="566928" cy="566928"/>
          </a:xfrm>
          <a:prstGeom prst="rect">
            <a:avLst/>
          </a:prstGeom>
        </p:spPr>
      </p:pic>
      <p:pic>
        <p:nvPicPr>
          <p:cNvPr id="10" name="Picture 9" descr="duo-hard-hat-B865C1-18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396" y="5212080"/>
            <a:ext cx="566928" cy="566928"/>
          </a:xfrm>
          <a:prstGeom prst="rect">
            <a:avLst/>
          </a:prstGeom>
        </p:spPr>
      </p:pic>
      <p:pic>
        <p:nvPicPr>
          <p:cNvPr id="11" name="Picture 10" descr="duo-shield-check-B865C1-18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1195" y="5212080"/>
            <a:ext cx="566928" cy="566928"/>
          </a:xfrm>
          <a:prstGeom prst="rect">
            <a:avLst/>
          </a:prstGeom>
        </p:spPr>
      </p:pic>
      <p:pic>
        <p:nvPicPr>
          <p:cNvPr id="12" name="Picture 11" descr="duo-grid-four-B865C1-18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8994" y="5212080"/>
            <a:ext cx="566928" cy="566928"/>
          </a:xfrm>
          <a:prstGeom prst="rect">
            <a:avLst/>
          </a:prstGeom>
        </p:spPr>
      </p:pic>
      <p:pic>
        <p:nvPicPr>
          <p:cNvPr id="13" name="Picture 12" descr="duo-magnifying-glass-B865C1-18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6794" y="5212080"/>
            <a:ext cx="566928" cy="566928"/>
          </a:xfrm>
          <a:prstGeom prst="rect">
            <a:avLst/>
          </a:prstGeom>
        </p:spPr>
      </p:pic>
      <p:pic>
        <p:nvPicPr>
          <p:cNvPr id="14" name="Picture 13" descr="duo-calendar-check-B865C1-18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04593" y="5212080"/>
            <a:ext cx="566928" cy="566928"/>
          </a:xfrm>
          <a:prstGeom prst="rect">
            <a:avLst/>
          </a:prstGeom>
        </p:spPr>
      </p:pic>
      <p:pic>
        <p:nvPicPr>
          <p:cNvPr id="15" name="Picture 14" descr="duo-users-three-B865C1-18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2392" y="5212080"/>
            <a:ext cx="566928" cy="566928"/>
          </a:xfrm>
          <a:prstGeom prst="rect">
            <a:avLst/>
          </a:prstGeom>
        </p:spPr>
      </p:pic>
      <p:pic>
        <p:nvPicPr>
          <p:cNvPr id="16" name="Picture 15" descr="duo-wrench-B865C1-18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80192" y="52120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identification-card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Inducciones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obligatoria firmada digitalmente y centralizada por colaborador.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evalu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arning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Hallazgos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Gestiona el ciclo de acciones y condiciones inseguras hasta su cierre.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hallazg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halkboard-teache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Capacitaciones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Calendariza charlas, registra asistencia y respalda la firma de cada participante.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VESTIDO_capacit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lipboard-tex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Inspecciones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Identifica y corrige riesgos en terreno, desde el celular del supervisor.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peccion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building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Contratistas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vigente de empresas y trabajadores, con control de acceso y subcontratos.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contratista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hard-ha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EPP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y las entregas de EPP con firma y trazabilidad por trabajador.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ep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shield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ART / 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Análisis de riesgo digital con firma de todos los participantes en terreno.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art-as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grid-fou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MIPER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Matriz de identificación de peligros y evaluación de riesgos, digitalizada y siempre actualizada.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mipe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magnifying-glas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Investigación de accidentes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Registra el accidente, documenta las causas y genera el reporte con respaldo.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accident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alendar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Programa de gestión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Planifica las actividades preventivas del período y controla su cumplimiento.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program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users-three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Comité Paritario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Digitaliza actas, reuniones y acuerdos del comité paritario, con respaldo.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docu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rench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Insumos y Maquinaria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de insumos y el historial documental de maquinarias.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um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2194560" cy="8072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Pongamos tu prevención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al día, hoy.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28.423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horas hombre devueltas a terreno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210.393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312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EPP entregados con firma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+150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empresas confían en Tazki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77840"/>
            <a:ext cx="2286000" cy="713232"/>
          </a:xfrm>
          <a:prstGeom prst="roundRect">
            <a:avLst>
              <a:gd name="adj" fmla="val 50000"/>
            </a:avLst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1">
                <a:solidFill>
                  <a:srgbClr val="FFFFFF"/>
                </a:solidFill>
                <a:latin typeface="DM Sans"/>
                <a:cs typeface="DM Sans"/>
              </a:rPr>
              <a:t>Conversemos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57784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tazki.cl/contactanos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