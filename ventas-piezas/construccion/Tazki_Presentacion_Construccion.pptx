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CONSTRUCCIÓN. Foco: Respaldo ante la DT en cada obra.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Relationship Id="rId16" Type="http://schemas.openxmlformats.org/officeDocument/2006/relationships/image" Target="../media/image63.png"/><Relationship Id="rId17" Type="http://schemas.openxmlformats.org/officeDocument/2006/relationships/image" Target="../media/image64.png"/><Relationship Id="rId18" Type="http://schemas.openxmlformats.org/officeDocument/2006/relationships/image" Target="../media/image65.png"/><Relationship Id="rId19" Type="http://schemas.openxmlformats.org/officeDocument/2006/relationships/image" Target="../media/image66.png"/><Relationship Id="rId20" Type="http://schemas.openxmlformats.org/officeDocument/2006/relationships/image" Target="../media/image67.png"/><Relationship Id="rId21" Type="http://schemas.openxmlformats.org/officeDocument/2006/relationships/image" Target="../media/image68.png"/><Relationship Id="rId22" Type="http://schemas.openxmlformats.org/officeDocument/2006/relationships/image" Target="../media/image69.png"/><Relationship Id="rId23" Type="http://schemas.openxmlformats.org/officeDocument/2006/relationships/image" Target="../media/image70.png"/><Relationship Id="rId24" Type="http://schemas.openxmlformats.org/officeDocument/2006/relationships/image" Target="../media/image71.png"/><Relationship Id="rId25" Type="http://schemas.openxmlformats.org/officeDocument/2006/relationships/image" Target="../media/image72.png"/><Relationship Id="rId26" Type="http://schemas.openxmlformats.org/officeDocument/2006/relationships/image" Target="../media/image73.png"/><Relationship Id="rId27" Type="http://schemas.openxmlformats.org/officeDocument/2006/relationships/image" Target="../media/image74.png"/><Relationship Id="rId28" Type="http://schemas.openxmlformats.org/officeDocument/2006/relationships/image" Target="../media/image75.png"/><Relationship Id="rId29" Type="http://schemas.openxmlformats.org/officeDocument/2006/relationships/image" Target="../media/image76.png"/><Relationship Id="rId30" Type="http://schemas.openxmlformats.org/officeDocument/2006/relationships/image" Target="../media/image77.png"/><Relationship Id="rId31" Type="http://schemas.openxmlformats.org/officeDocument/2006/relationships/image" Target="../media/image78.png"/><Relationship Id="rId32" Type="http://schemas.openxmlformats.org/officeDocument/2006/relationships/image" Target="../media/image7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" name="Picture 8" descr="12_construction_teamwork_in_the_field.jpeg"/>
          <p:cNvPicPr>
            <a:picLocks noChangeAspect="1"/>
          </p:cNvPicPr>
          <p:nvPr/>
        </p:nvPicPr>
        <p:blipFill>
          <a:blip r:embed="rId5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que te respalda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cada 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capacitaciones, EPP, hallazgos y contratistas de todas tus obras, con firma electrónica y trazabilidad lista para la fiscalización de la DT.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Construcción · Obras · Contratistas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ndustrial_safety_briefing_in_progress.jpe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C1E5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932688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Construcción · obras · contratistas · 29 de las +150 que ya digitalizaron su prevención.</a:t>
            </a:r>
          </a:p>
        </p:txBody>
      </p:sp>
      <p:pic>
        <p:nvPicPr>
          <p:cNvPr id="7" name="Picture 6" descr="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749" y="1787642"/>
            <a:ext cx="1221250" cy="903445"/>
          </a:xfrm>
          <a:prstGeom prst="rect">
            <a:avLst/>
          </a:prstGeom>
        </p:spPr>
      </p:pic>
      <p:pic>
        <p:nvPicPr>
          <p:cNvPr id="8" name="Picture 7" descr="6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7338" y="1787642"/>
            <a:ext cx="1221250" cy="903445"/>
          </a:xfrm>
          <a:prstGeom prst="rect">
            <a:avLst/>
          </a:prstGeom>
        </p:spPr>
      </p:pic>
      <p:pic>
        <p:nvPicPr>
          <p:cNvPr id="9" name="Picture 8" descr="6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5927" y="1787642"/>
            <a:ext cx="1221250" cy="903445"/>
          </a:xfrm>
          <a:prstGeom prst="rect">
            <a:avLst/>
          </a:prstGeom>
        </p:spPr>
      </p:pic>
      <p:pic>
        <p:nvPicPr>
          <p:cNvPr id="10" name="Picture 9" descr="6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4516" y="1787642"/>
            <a:ext cx="1221250" cy="903445"/>
          </a:xfrm>
          <a:prstGeom prst="rect">
            <a:avLst/>
          </a:prstGeom>
        </p:spPr>
      </p:pic>
      <p:pic>
        <p:nvPicPr>
          <p:cNvPr id="11" name="Picture 10" descr="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3106" y="1787642"/>
            <a:ext cx="1221250" cy="903445"/>
          </a:xfrm>
          <a:prstGeom prst="rect">
            <a:avLst/>
          </a:prstGeom>
        </p:spPr>
      </p:pic>
      <p:pic>
        <p:nvPicPr>
          <p:cNvPr id="12" name="Picture 11" descr="6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31695" y="1787642"/>
            <a:ext cx="1221250" cy="903445"/>
          </a:xfrm>
          <a:prstGeom prst="rect">
            <a:avLst/>
          </a:prstGeom>
        </p:spPr>
      </p:pic>
      <p:pic>
        <p:nvPicPr>
          <p:cNvPr id="13" name="Picture 12" descr="6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8749" y="2828230"/>
            <a:ext cx="1221250" cy="903445"/>
          </a:xfrm>
          <a:prstGeom prst="rect">
            <a:avLst/>
          </a:prstGeom>
        </p:spPr>
      </p:pic>
      <p:pic>
        <p:nvPicPr>
          <p:cNvPr id="14" name="Picture 13" descr="6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57338" y="2828230"/>
            <a:ext cx="1221250" cy="903445"/>
          </a:xfrm>
          <a:prstGeom prst="rect">
            <a:avLst/>
          </a:prstGeom>
        </p:spPr>
      </p:pic>
      <p:pic>
        <p:nvPicPr>
          <p:cNvPr id="15" name="Picture 14" descr="6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5927" y="2828230"/>
            <a:ext cx="1221250" cy="903445"/>
          </a:xfrm>
          <a:prstGeom prst="rect">
            <a:avLst/>
          </a:prstGeom>
        </p:spPr>
      </p:pic>
      <p:pic>
        <p:nvPicPr>
          <p:cNvPr id="16" name="Picture 15" descr="6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94516" y="2828230"/>
            <a:ext cx="1221250" cy="903445"/>
          </a:xfrm>
          <a:prstGeom prst="rect">
            <a:avLst/>
          </a:prstGeom>
        </p:spPr>
      </p:pic>
      <p:pic>
        <p:nvPicPr>
          <p:cNvPr id="17" name="Picture 16" descr="70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13106" y="2828230"/>
            <a:ext cx="1221250" cy="903445"/>
          </a:xfrm>
          <a:prstGeom prst="rect">
            <a:avLst/>
          </a:prstGeom>
        </p:spPr>
      </p:pic>
      <p:pic>
        <p:nvPicPr>
          <p:cNvPr id="18" name="Picture 17" descr="71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31695" y="2828230"/>
            <a:ext cx="1221250" cy="903445"/>
          </a:xfrm>
          <a:prstGeom prst="rect">
            <a:avLst/>
          </a:prstGeom>
        </p:spPr>
      </p:pic>
      <p:pic>
        <p:nvPicPr>
          <p:cNvPr id="19" name="Picture 18" descr="72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8749" y="3868817"/>
            <a:ext cx="1221250" cy="903445"/>
          </a:xfrm>
          <a:prstGeom prst="rect">
            <a:avLst/>
          </a:prstGeom>
        </p:spPr>
      </p:pic>
      <p:pic>
        <p:nvPicPr>
          <p:cNvPr id="20" name="Picture 19" descr="73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757338" y="3868817"/>
            <a:ext cx="1221250" cy="903445"/>
          </a:xfrm>
          <a:prstGeom prst="rect">
            <a:avLst/>
          </a:prstGeom>
        </p:spPr>
      </p:pic>
      <p:pic>
        <p:nvPicPr>
          <p:cNvPr id="21" name="Picture 20" descr="7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61636" y="3868817"/>
            <a:ext cx="1249833" cy="903445"/>
          </a:xfrm>
          <a:prstGeom prst="rect">
            <a:avLst/>
          </a:prstGeom>
        </p:spPr>
      </p:pic>
      <p:pic>
        <p:nvPicPr>
          <p:cNvPr id="22" name="Picture 21" descr="75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94516" y="3868817"/>
            <a:ext cx="1221250" cy="903445"/>
          </a:xfrm>
          <a:prstGeom prst="rect">
            <a:avLst/>
          </a:prstGeom>
        </p:spPr>
      </p:pic>
      <p:pic>
        <p:nvPicPr>
          <p:cNvPr id="23" name="Picture 22" descr="76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13106" y="3868817"/>
            <a:ext cx="1221250" cy="903445"/>
          </a:xfrm>
          <a:prstGeom prst="rect">
            <a:avLst/>
          </a:prstGeom>
        </p:spPr>
      </p:pic>
      <p:pic>
        <p:nvPicPr>
          <p:cNvPr id="24" name="Picture 23" descr="77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031695" y="3868817"/>
            <a:ext cx="1221250" cy="903445"/>
          </a:xfrm>
          <a:prstGeom prst="rect">
            <a:avLst/>
          </a:prstGeom>
        </p:spPr>
      </p:pic>
      <p:pic>
        <p:nvPicPr>
          <p:cNvPr id="25" name="Picture 24" descr="78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38749" y="4909404"/>
            <a:ext cx="1221250" cy="903445"/>
          </a:xfrm>
          <a:prstGeom prst="rect">
            <a:avLst/>
          </a:prstGeom>
        </p:spPr>
      </p:pic>
      <p:pic>
        <p:nvPicPr>
          <p:cNvPr id="26" name="Picture 25" descr="79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757338" y="4909404"/>
            <a:ext cx="1221250" cy="903445"/>
          </a:xfrm>
          <a:prstGeom prst="rect">
            <a:avLst/>
          </a:prstGeom>
        </p:spPr>
      </p:pic>
      <p:pic>
        <p:nvPicPr>
          <p:cNvPr id="27" name="Picture 26" descr="80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575927" y="4909404"/>
            <a:ext cx="1221250" cy="903445"/>
          </a:xfrm>
          <a:prstGeom prst="rect">
            <a:avLst/>
          </a:prstGeom>
        </p:spPr>
      </p:pic>
      <p:pic>
        <p:nvPicPr>
          <p:cNvPr id="28" name="Picture 27" descr="81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94516" y="4909404"/>
            <a:ext cx="1221250" cy="903445"/>
          </a:xfrm>
          <a:prstGeom prst="rect">
            <a:avLst/>
          </a:prstGeom>
        </p:spPr>
      </p:pic>
      <p:pic>
        <p:nvPicPr>
          <p:cNvPr id="29" name="Picture 28" descr="82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213106" y="4909404"/>
            <a:ext cx="1221250" cy="903445"/>
          </a:xfrm>
          <a:prstGeom prst="rect">
            <a:avLst/>
          </a:prstGeom>
        </p:spPr>
      </p:pic>
      <p:pic>
        <p:nvPicPr>
          <p:cNvPr id="30" name="Picture 29" descr="83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031695" y="4909404"/>
            <a:ext cx="1221250" cy="903445"/>
          </a:xfrm>
          <a:prstGeom prst="rect">
            <a:avLst/>
          </a:prstGeom>
        </p:spPr>
      </p:pic>
      <p:pic>
        <p:nvPicPr>
          <p:cNvPr id="31" name="Picture 30" descr="84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38749" y="5949991"/>
            <a:ext cx="1221250" cy="903445"/>
          </a:xfrm>
          <a:prstGeom prst="rect">
            <a:avLst/>
          </a:prstGeom>
        </p:spPr>
      </p:pic>
      <p:pic>
        <p:nvPicPr>
          <p:cNvPr id="32" name="Picture 31" descr="85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757338" y="5949991"/>
            <a:ext cx="1221250" cy="903445"/>
          </a:xfrm>
          <a:prstGeom prst="rect">
            <a:avLst/>
          </a:prstGeom>
        </p:spPr>
      </p:pic>
      <p:pic>
        <p:nvPicPr>
          <p:cNvPr id="33" name="Picture 32" descr="86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5927" y="5949991"/>
            <a:ext cx="1221250" cy="903445"/>
          </a:xfrm>
          <a:prstGeom prst="rect">
            <a:avLst/>
          </a:prstGeom>
        </p:spPr>
      </p:pic>
      <p:pic>
        <p:nvPicPr>
          <p:cNvPr id="34" name="Picture 33" descr="87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394516" y="5949991"/>
            <a:ext cx="1221250" cy="903445"/>
          </a:xfrm>
          <a:prstGeom prst="rect">
            <a:avLst/>
          </a:prstGeom>
        </p:spPr>
      </p:pic>
      <p:pic>
        <p:nvPicPr>
          <p:cNvPr id="35" name="Picture 34" descr="88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213106" y="5949991"/>
            <a:ext cx="1221250" cy="9034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29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gavel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 te fiscaliza la DT, tienes que responder al tiro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entrega de EPP y charlas al día. Cuando están en carpetas y correos, reunir la evidencia a tiempo es contra el reloj.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file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de la obra vive en Excel y papel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firmas y checklists repartidos por cada obra. Al crecer o sumar filiales, nadie sabe con certeza qué está al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clipboard-text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terreno se llena de firmas en papel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Charlas, inspecciones y hallazgos se registran a mano y se traspapelan. Reaccionar a un hallazgo puede tomar una semana entera.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21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buildings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Todas tus obras en un panel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qué está al día en cada obra y filial desde un solo lugar, y bajas el tiempo de reacción ante un hallazgo a inmediato.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