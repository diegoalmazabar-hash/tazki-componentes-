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CONSTRUCCIÓN. Foco: Respaldo ante la DT en cada obra.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Relationship Id="rId16" Type="http://schemas.openxmlformats.org/officeDocument/2006/relationships/image" Target="../media/image63.png"/><Relationship Id="rId17" Type="http://schemas.openxmlformats.org/officeDocument/2006/relationships/image" Target="../media/image64.png"/><Relationship Id="rId18" Type="http://schemas.openxmlformats.org/officeDocument/2006/relationships/image" Target="../media/image65.png"/><Relationship Id="rId19" Type="http://schemas.openxmlformats.org/officeDocument/2006/relationships/image" Target="../media/image66.png"/><Relationship Id="rId20" Type="http://schemas.openxmlformats.org/officeDocument/2006/relationships/image" Target="../media/image67.png"/><Relationship Id="rId21" Type="http://schemas.openxmlformats.org/officeDocument/2006/relationships/image" Target="../media/image68.png"/><Relationship Id="rId22" Type="http://schemas.openxmlformats.org/officeDocument/2006/relationships/image" Target="../media/image69.png"/><Relationship Id="rId23" Type="http://schemas.openxmlformats.org/officeDocument/2006/relationships/image" Target="../media/image70.png"/><Relationship Id="rId24" Type="http://schemas.openxmlformats.org/officeDocument/2006/relationships/image" Target="../media/image71.png"/><Relationship Id="rId25" Type="http://schemas.openxmlformats.org/officeDocument/2006/relationships/image" Target="../media/image72.png"/><Relationship Id="rId26" Type="http://schemas.openxmlformats.org/officeDocument/2006/relationships/image" Target="../media/image73.png"/><Relationship Id="rId27" Type="http://schemas.openxmlformats.org/officeDocument/2006/relationships/image" Target="../media/image74.png"/><Relationship Id="rId28" Type="http://schemas.openxmlformats.org/officeDocument/2006/relationships/image" Target="../media/image75.png"/><Relationship Id="rId29" Type="http://schemas.openxmlformats.org/officeDocument/2006/relationships/image" Target="../media/image76.png"/><Relationship Id="rId30" Type="http://schemas.openxmlformats.org/officeDocument/2006/relationships/image" Target="../media/image77.png"/><Relationship Id="rId31" Type="http://schemas.openxmlformats.org/officeDocument/2006/relationships/image" Target="../media/image78.png"/><Relationship Id="rId32" Type="http://schemas.openxmlformats.org/officeDocument/2006/relationships/image" Target="../media/image7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5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que te respalda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cada 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hallazgos y contratistas de todas tus obras, con firma electrónica y trazabilidad lista para la fiscalización de la DT.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Construcción · Obras · Contratistas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solidFill>
            <a:srgbClr val="0C1E5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0"/>
            <a:ext cx="402336" cy="6858000"/>
          </a:xfrm>
          <a:prstGeom prst="rect">
            <a:avLst/>
          </a:prstGeom>
          <a:solidFill>
            <a:srgbClr val="0C1E5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79008" y="0"/>
            <a:ext cx="402336" cy="6858000"/>
          </a:xfrm>
          <a:prstGeom prst="rect">
            <a:avLst/>
          </a:prstGeom>
          <a:solidFill>
            <a:srgbClr val="0C1E50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63056" y="0"/>
            <a:ext cx="402336" cy="6858000"/>
          </a:xfrm>
          <a:prstGeom prst="rect">
            <a:avLst/>
          </a:prstGeom>
          <a:solidFill>
            <a:srgbClr val="0C1E50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47104" y="0"/>
            <a:ext cx="402336" cy="6858000"/>
          </a:xfrm>
          <a:prstGeom prst="rect">
            <a:avLst/>
          </a:prstGeom>
          <a:solidFill>
            <a:srgbClr val="0C1E50">
              <a:alpha val="6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31152" y="0"/>
            <a:ext cx="402336" cy="6858000"/>
          </a:xfrm>
          <a:prstGeom prst="rect">
            <a:avLst/>
          </a:prstGeom>
          <a:solidFill>
            <a:srgbClr val="0C1E50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402336" cy="6858000"/>
          </a:xfrm>
          <a:prstGeom prst="rect">
            <a:avLst/>
          </a:prstGeom>
          <a:solidFill>
            <a:srgbClr val="0C1E50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9248" y="0"/>
            <a:ext cx="402336" cy="6858000"/>
          </a:xfrm>
          <a:prstGeom prst="rect">
            <a:avLst/>
          </a:prstGeom>
          <a:solidFill>
            <a:srgbClr val="0C1E50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0"/>
            <a:ext cx="402336" cy="6858000"/>
          </a:xfrm>
          <a:prstGeom prst="rect">
            <a:avLst/>
          </a:prstGeom>
          <a:solidFill>
            <a:srgbClr val="0C1E50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7344" y="0"/>
            <a:ext cx="402336" cy="6858000"/>
          </a:xfrm>
          <a:prstGeom prst="rect">
            <a:avLst/>
          </a:prstGeom>
          <a:solidFill>
            <a:srgbClr val="0C1E50">
              <a:alpha val="2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0"/>
            <a:ext cx="402336" cy="6858000"/>
          </a:xfrm>
          <a:prstGeom prst="rect">
            <a:avLst/>
          </a:prstGeom>
          <a:solidFill>
            <a:srgbClr val="0C1E50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160520"/>
            <a:ext cx="12191695" cy="2148840"/>
          </a:xfrm>
          <a:prstGeom prst="rect">
            <a:avLst/>
          </a:prstGeom>
          <a:solidFill>
            <a:srgbClr val="0C1E50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05156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310128"/>
            <a:ext cx="5577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Construcción · obras · contratistas · 29 de las +150 que ya digitalizaron su prevención.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749" y="1787642"/>
            <a:ext cx="1221250" cy="90344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7338" y="1787642"/>
            <a:ext cx="1221250" cy="90344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5927" y="1787642"/>
            <a:ext cx="1221250" cy="90344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4516" y="1787642"/>
            <a:ext cx="1221250" cy="90344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3106" y="1787642"/>
            <a:ext cx="1221250" cy="90344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31695" y="1787642"/>
            <a:ext cx="1221250" cy="90344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8749" y="2828230"/>
            <a:ext cx="1221250" cy="90344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57338" y="2828230"/>
            <a:ext cx="1221250" cy="90344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5927" y="2828230"/>
            <a:ext cx="1221250" cy="90344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94516" y="2828230"/>
            <a:ext cx="1221250" cy="90344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13106" y="2828230"/>
            <a:ext cx="1221250" cy="90344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31695" y="2828230"/>
            <a:ext cx="1221250" cy="90344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8749" y="3868817"/>
            <a:ext cx="1221250" cy="90344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757338" y="3868817"/>
            <a:ext cx="1221250" cy="90344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61636" y="3868817"/>
            <a:ext cx="1249833" cy="90344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94516" y="3868817"/>
            <a:ext cx="1221250" cy="90344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13106" y="3868817"/>
            <a:ext cx="1221250" cy="90344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31695" y="3868817"/>
            <a:ext cx="1221250" cy="90344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38749" y="4909404"/>
            <a:ext cx="1221250" cy="90344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757338" y="4909404"/>
            <a:ext cx="1221250" cy="903445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575927" y="4909404"/>
            <a:ext cx="1221250" cy="90344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94516" y="4909404"/>
            <a:ext cx="1221250" cy="903445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213106" y="4909404"/>
            <a:ext cx="1221250" cy="903445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031695" y="4909404"/>
            <a:ext cx="1221250" cy="903445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38749" y="5949991"/>
            <a:ext cx="1221250" cy="90344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757338" y="5949991"/>
            <a:ext cx="1221250" cy="903445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5927" y="5949991"/>
            <a:ext cx="1221250" cy="903445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394516" y="5949991"/>
            <a:ext cx="1221250" cy="903445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213106" y="5949991"/>
            <a:ext cx="1221250" cy="9034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29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vel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 te fiscaliza la DT, tienes que responder al tiro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 de EPP y charlas al día. Cuando están en carpetas y correos, reunir la evidencia a tiempo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file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de la obra vive en Excel y papel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firmas y checklists repartidos por cada obra. Al crecer o sumar filiales, nadie sabe con certeza qué está al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clipboard-text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terreno se llena de firmas en papel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inspecciones y hallazgos se registran a mano y se traspapelan. Reaccionar a un hallazgo puede tomar una semana entera.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21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buildings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Todas tus obras en un panel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qué está al día en cada obra y filial desde un solo lugar, y bajas el tiempo de reacción ante un hallazgo a inmediato.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