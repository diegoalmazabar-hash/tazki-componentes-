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TELECOM · TI Y SERVICIOS. Foco: Toda la información en un solo sistema.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Toda tu prevención,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un solo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EPP, MIPER, capacitaciones e investigación de accidentes de tu operación en terreno, con firma electrónica y trazabilidad en un solo lugar.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Telecom · TI · Servicios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C1E5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0"/>
            <a:ext cx="402336" cy="6858000"/>
          </a:xfrm>
          <a:prstGeom prst="rect">
            <a:avLst/>
          </a:prstGeom>
          <a:solidFill>
            <a:srgbClr val="0C1E5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9008" y="0"/>
            <a:ext cx="402336" cy="6858000"/>
          </a:xfrm>
          <a:prstGeom prst="rect">
            <a:avLst/>
          </a:prstGeom>
          <a:solidFill>
            <a:srgbClr val="0C1E50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3056" y="0"/>
            <a:ext cx="402336" cy="6858000"/>
          </a:xfrm>
          <a:prstGeom prst="rect">
            <a:avLst/>
          </a:prstGeom>
          <a:solidFill>
            <a:srgbClr val="0C1E50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47104" y="0"/>
            <a:ext cx="402336" cy="6858000"/>
          </a:xfrm>
          <a:prstGeom prst="rect">
            <a:avLst/>
          </a:prstGeom>
          <a:solidFill>
            <a:srgbClr val="0C1E50">
              <a:alpha val="6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1152" y="0"/>
            <a:ext cx="402336" cy="6858000"/>
          </a:xfrm>
          <a:prstGeom prst="rect">
            <a:avLst/>
          </a:prstGeom>
          <a:solidFill>
            <a:srgbClr val="0C1E50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02336" cy="6858000"/>
          </a:xfrm>
          <a:prstGeom prst="rect">
            <a:avLst/>
          </a:prstGeom>
          <a:solidFill>
            <a:srgbClr val="0C1E5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9248" y="0"/>
            <a:ext cx="402336" cy="6858000"/>
          </a:xfrm>
          <a:prstGeom prst="rect">
            <a:avLst/>
          </a:prstGeom>
          <a:solidFill>
            <a:srgbClr val="0C1E5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0"/>
            <a:ext cx="402336" cy="6858000"/>
          </a:xfrm>
          <a:prstGeom prst="rect">
            <a:avLst/>
          </a:prstGeom>
          <a:solidFill>
            <a:srgbClr val="0C1E50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7344" y="0"/>
            <a:ext cx="402336" cy="6858000"/>
          </a:xfrm>
          <a:prstGeom prst="rect">
            <a:avLst/>
          </a:prstGeom>
          <a:solidFill>
            <a:srgbClr val="0C1E50">
              <a:alpha val="2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0"/>
            <a:ext cx="402336" cy="6858000"/>
          </a:xfrm>
          <a:prstGeom prst="rect">
            <a:avLst/>
          </a:prstGeom>
          <a:solidFill>
            <a:srgbClr val="0C1E50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12191695" cy="2148840"/>
          </a:xfrm>
          <a:prstGeom prst="rect">
            <a:avLst/>
          </a:prstGeom>
          <a:solidFill>
            <a:srgbClr val="0C1E50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0515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310128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Telecom, TI y servicios · 9 de las +150 que ya digitalizaron su prevención.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67" y="3786870"/>
            <a:ext cx="1223566" cy="884458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4209" y="3776520"/>
            <a:ext cx="1223566" cy="905158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151" y="3776520"/>
            <a:ext cx="1223566" cy="90515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093" y="3776520"/>
            <a:ext cx="1223566" cy="905158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035" y="3776520"/>
            <a:ext cx="1223566" cy="905158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9977" y="3776520"/>
            <a:ext cx="1223566" cy="905158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3919" y="3786870"/>
            <a:ext cx="1223566" cy="884458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57860" y="3786870"/>
            <a:ext cx="1223566" cy="8844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732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vel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pilla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capacitaciones y registros firmados y al día. Cuando están repartidos en archivos, reunir la evidencia a tiempo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lipboard-text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procesos en terreno se hacen a mano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Firmas, checklists y charlas en papel que después hay que digitar. Entre servicios y cuadrillas, la información se traspapela.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información vive en archivos dispersos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correos y carpetas sin un lugar común. Centralizar todo en un solo sistema es lo que el equipo viene pidiendo.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40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rid-four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Riesgos siempre bajo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MIPER digitalizada y actualizada, con EPP y capacitaciones al día, todo en un solo sistema y sin archivos dispersos.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