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TELECOM · TI Y SERVICIOS. Foco: Toda la información en un solo sistema.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Relationship Id="rId13" Type="http://schemas.openxmlformats.org/officeDocument/2006/relationships/image" Target="../media/image22.png"/><Relationship Id="rId14" Type="http://schemas.openxmlformats.org/officeDocument/2006/relationships/image" Target="../media/image23.png"/><Relationship Id="rId1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gif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gif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gif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gif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gif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gif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gif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gif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gif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_telec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Toda tu prevención,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en un solo sistema.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Centraliza EPP, MIPER, capacitaciones e investigación de accidentes de tu operación en terreno, con firma electrónica y trazabilidad en un solo lugar.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Telecom · TI · Servicios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0C1E50"/>
                </a:solidFill>
                <a:latin typeface="DM Sans"/>
                <a:cs typeface="DM Sans"/>
              </a:rPr>
              <a:t>Empresas que ya confían en Tazki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5B6472"/>
                </a:solidFill>
                <a:latin typeface="DM Sans"/>
                <a:cs typeface="DM Sans"/>
              </a:rPr>
              <a:t>Operaciones de telecom · ti · servicios que ya digitalizaron su prevención con nosotros.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265176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" y="2651760"/>
            <a:ext cx="2889504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0C1E50"/>
                </a:solidFill>
                <a:latin typeface="DM Sans"/>
                <a:cs typeface="DM Sans"/>
              </a:rPr>
              <a:t>Dhemax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265176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53128" y="2651760"/>
            <a:ext cx="2889504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0C1E50"/>
                </a:solidFill>
                <a:latin typeface="DM Sans"/>
                <a:cs typeface="DM Sans"/>
              </a:rPr>
              <a:t>GTD Chile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265176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90688" y="2651760"/>
            <a:ext cx="2889504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0C1E50"/>
                </a:solidFill>
                <a:latin typeface="DM Sans"/>
                <a:cs typeface="DM Sans"/>
              </a:rPr>
              <a:t>Holdco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429768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4297680"/>
            <a:ext cx="2889504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0C1E50"/>
                </a:solidFill>
                <a:latin typeface="DM Sans"/>
                <a:cs typeface="DM Sans"/>
              </a:rPr>
              <a:t>HumanNet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429768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4297680"/>
            <a:ext cx="2889504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0C1E50"/>
                </a:solidFill>
                <a:latin typeface="DM Sans"/>
                <a:cs typeface="DM Sans"/>
              </a:rPr>
              <a:t>Intersur Limitada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429768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90688" y="4297680"/>
            <a:ext cx="2889504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500" b="1">
                <a:solidFill>
                  <a:srgbClr val="0C1E50"/>
                </a:solidFill>
                <a:latin typeface="DM Sans"/>
                <a:cs typeface="DM Sans"/>
              </a:rPr>
              <a:t>Massiva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732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gavel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Sin trazabilidad, la fiscalización te pilla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EPP, capacitaciones y registros firmados y al día. Cuando están repartidos en archivos, reunir la evidencia a tiempo es contra el reloj.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clipboard-text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Los procesos en terreno se hacen a mano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Firmas, checklists y charlas en papel que después hay que digitar. Entre servicios y cuadrillas, la información se traspapela.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files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La información vive en archivos dispersos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Planillas, correos y carpetas sin un lugar común. Centralizar todo en un solo sistema es lo que el equipo viene pidiendo.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3406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grid-four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Riesgos siempre bajo 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MIPER digitalizada y actualizada, con EPP y capacitaciones al día, todo en un solo sistema y sin archivos dispersos.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Pongamos tu prevención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al día, 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