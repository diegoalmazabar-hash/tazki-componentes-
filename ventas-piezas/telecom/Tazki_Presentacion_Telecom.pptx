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TELECOM · TI Y SERVICIOS. Foco: Toda la información en un solo sistema.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telec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prevención,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un solo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MIPER, capacitaciones e investigación de accidentes de tu operación en terreno, con firma electrónica y trazabilidad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Telecom · TI · 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telecom · ti · servicios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Dhemax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GTD Chile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Holdco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HumanNet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Intersur Limitada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Massiva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32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registros firmados y al día. Cuando están repartidos en archivos,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ipboard-text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Firmas, checklists y charlas en papel que después hay que digitar. Entre servicios y cuadrillas, la información se traspapela.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información vive en archivos dispersos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sin un lugar común. Centralizar todo en un solo sistema es lo que el equipo viene pidiendo.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rid-four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Riesgos siempre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MIPER digitalizada y actualizada, con EPP y capacitaciones al día, todo en un solo sistema y sin archivos dispersos.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