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CONTRATISTAS. Foco: Cumplir al 100% ante el mandante.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47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Relationship Id="rId9" Type="http://schemas.openxmlformats.org/officeDocument/2006/relationships/image" Target="../media/image55.png"/><Relationship Id="rId10" Type="http://schemas.openxmlformats.org/officeDocument/2006/relationships/image" Target="../media/image56.png"/><Relationship Id="rId11" Type="http://schemas.openxmlformats.org/officeDocument/2006/relationships/image" Target="../media/image57.png"/><Relationship Id="rId12" Type="http://schemas.openxmlformats.org/officeDocument/2006/relationships/image" Target="../media/image58.png"/><Relationship Id="rId13" Type="http://schemas.openxmlformats.org/officeDocument/2006/relationships/image" Target="../media/image59.png"/><Relationship Id="rId14" Type="http://schemas.openxmlformats.org/officeDocument/2006/relationships/image" Target="../media/image60.png"/><Relationship Id="rId15" Type="http://schemas.openxmlformats.org/officeDocument/2006/relationships/image" Target="../media/image61.png"/><Relationship Id="rId16" Type="http://schemas.openxmlformats.org/officeDocument/2006/relationships/image" Target="../media/image62.png"/><Relationship Id="rId17" Type="http://schemas.openxmlformats.org/officeDocument/2006/relationships/image" Target="../media/image63.png"/><Relationship Id="rId18" Type="http://schemas.openxmlformats.org/officeDocument/2006/relationships/image" Target="../media/image64.png"/><Relationship Id="rId19" Type="http://schemas.openxmlformats.org/officeDocument/2006/relationships/image" Target="../media/image65.png"/><Relationship Id="rId20" Type="http://schemas.openxmlformats.org/officeDocument/2006/relationships/image" Target="../media/image66.png"/><Relationship Id="rId21" Type="http://schemas.openxmlformats.org/officeDocument/2006/relationships/image" Target="../media/image67.png"/><Relationship Id="rId22" Type="http://schemas.openxmlformats.org/officeDocument/2006/relationships/image" Target="../media/image68.png"/><Relationship Id="rId23" Type="http://schemas.openxmlformats.org/officeDocument/2006/relationships/image" Target="../media/image69.png"/><Relationship Id="rId24" Type="http://schemas.openxmlformats.org/officeDocument/2006/relationships/image" Target="../media/image70.png"/><Relationship Id="rId25" Type="http://schemas.openxmlformats.org/officeDocument/2006/relationships/image" Target="../media/image71.png"/><Relationship Id="rId26" Type="http://schemas.openxmlformats.org/officeDocument/2006/relationships/image" Target="../media/image72.png"/><Relationship Id="rId27" Type="http://schemas.openxmlformats.org/officeDocument/2006/relationships/image" Target="../media/image73.png"/><Relationship Id="rId28" Type="http://schemas.openxmlformats.org/officeDocument/2006/relationships/image" Target="../media/image74.png"/><Relationship Id="rId29" Type="http://schemas.openxmlformats.org/officeDocument/2006/relationships/image" Target="../media/image75.png"/><Relationship Id="rId30" Type="http://schemas.openxmlformats.org/officeDocument/2006/relationships/image" Target="../media/image7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Relationship Id="rId14" Type="http://schemas.openxmlformats.org/officeDocument/2006/relationships/image" Target="../media/image22.png"/><Relationship Id="rId1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gif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gif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gif"/><Relationship Id="rId4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5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Cumple al 100%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ante tu mandante.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Mantén vigente la documentación de tu empresa y de cada trabajador, con control de acceso y trazabilidad lista para el mandante.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Contratistas de mandantes grandes · transversal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94960" cy="6858000"/>
          </a:xfrm>
          <a:prstGeom prst="rect">
            <a:avLst/>
          </a:prstGeom>
          <a:solidFill>
            <a:srgbClr val="0C1E5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94960" y="0"/>
            <a:ext cx="402336" cy="6858000"/>
          </a:xfrm>
          <a:prstGeom prst="rect">
            <a:avLst/>
          </a:prstGeom>
          <a:solidFill>
            <a:srgbClr val="0C1E5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79008" y="0"/>
            <a:ext cx="402336" cy="6858000"/>
          </a:xfrm>
          <a:prstGeom prst="rect">
            <a:avLst/>
          </a:prstGeom>
          <a:solidFill>
            <a:srgbClr val="0C1E50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63056" y="0"/>
            <a:ext cx="402336" cy="6858000"/>
          </a:xfrm>
          <a:prstGeom prst="rect">
            <a:avLst/>
          </a:prstGeom>
          <a:solidFill>
            <a:srgbClr val="0C1E50">
              <a:alpha val="7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47104" y="0"/>
            <a:ext cx="402336" cy="6858000"/>
          </a:xfrm>
          <a:prstGeom prst="rect">
            <a:avLst/>
          </a:prstGeom>
          <a:solidFill>
            <a:srgbClr val="0C1E50">
              <a:alpha val="6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31152" y="0"/>
            <a:ext cx="402336" cy="6858000"/>
          </a:xfrm>
          <a:prstGeom prst="rect">
            <a:avLst/>
          </a:prstGeom>
          <a:solidFill>
            <a:srgbClr val="0C1E50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0" y="0"/>
            <a:ext cx="402336" cy="6858000"/>
          </a:xfrm>
          <a:prstGeom prst="rect">
            <a:avLst/>
          </a:prstGeom>
          <a:solidFill>
            <a:srgbClr val="0C1E50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99248" y="0"/>
            <a:ext cx="402336" cy="6858000"/>
          </a:xfrm>
          <a:prstGeom prst="rect">
            <a:avLst/>
          </a:prstGeom>
          <a:solidFill>
            <a:srgbClr val="0C1E50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0"/>
            <a:ext cx="402336" cy="6858000"/>
          </a:xfrm>
          <a:prstGeom prst="rect">
            <a:avLst/>
          </a:prstGeom>
          <a:solidFill>
            <a:srgbClr val="0C1E50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67344" y="0"/>
            <a:ext cx="402336" cy="6858000"/>
          </a:xfrm>
          <a:prstGeom prst="rect">
            <a:avLst/>
          </a:prstGeom>
          <a:solidFill>
            <a:srgbClr val="0C1E50">
              <a:alpha val="2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51392" y="0"/>
            <a:ext cx="402336" cy="6858000"/>
          </a:xfrm>
          <a:prstGeom prst="rect">
            <a:avLst/>
          </a:prstGeom>
          <a:solidFill>
            <a:srgbClr val="0C1E50">
              <a:alpha val="2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160520"/>
            <a:ext cx="12191695" cy="2148840"/>
          </a:xfrm>
          <a:prstGeom prst="rect">
            <a:avLst/>
          </a:prstGeom>
          <a:solidFill>
            <a:srgbClr val="0C1E50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4088" y="640080"/>
            <a:ext cx="329184" cy="32004"/>
          </a:xfrm>
          <a:prstGeom prst="rect">
            <a:avLst/>
          </a:prstGeom>
          <a:solidFill>
            <a:srgbClr val="7F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EL CONTEXTO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1051560"/>
            <a:ext cx="60350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Ya no basta</a:t>
            </a:r>
          </a:p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con tener</a:t>
            </a:r>
          </a:p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los papeles.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3310128"/>
            <a:ext cx="5577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</a:pPr>
            <a:r>
              <a:rPr sz="1550" b="0">
                <a:solidFill>
                  <a:srgbClr val="C9D3EA"/>
                </a:solidFill>
                <a:latin typeface="DM Sans"/>
              </a:rPr>
              <a:t>El DS 44 cambió la regla: desde 2025 la prevención dejó de medirse por documentos archivados y pasó a medirse por gestión demostrable.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Informar los riesgos de cada puesto, con firma de quien los conoció, y actualizarlos cuando la tarea cambia.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616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La matriz define el programa preventivo, y ese programa vence a los 30 días de actualizar la matriz.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192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92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Se fiscaliza la evidencia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92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El FUF no revisa si el documento existe: revisa fecha, responsable, firma y seguimiento.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64282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5669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C1E50"/>
                </a:solidFill>
                <a:latin typeface="DM Sans"/>
              </a:rPr>
              <a:t>Empresas que ya confían en Tazki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13385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5B6472"/>
                </a:solidFill>
                <a:latin typeface="DM Sans"/>
              </a:rPr>
              <a:t>Gestión de contratistas · 28 de las +150 que ya digitalizaron su prevención.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241" y="1922089"/>
            <a:ext cx="1416466" cy="1047861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0032" y="1922089"/>
            <a:ext cx="1416466" cy="1047861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8823" y="1922089"/>
            <a:ext cx="1416466" cy="1047861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7614" y="1922089"/>
            <a:ext cx="1416466" cy="1047861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6404" y="1922089"/>
            <a:ext cx="1416466" cy="1047861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5195" y="1922089"/>
            <a:ext cx="1416466" cy="1047861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63986" y="1922089"/>
            <a:ext cx="1416466" cy="1047861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1241" y="3110809"/>
            <a:ext cx="1416466" cy="1047861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70032" y="3110809"/>
            <a:ext cx="1416466" cy="1047861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28823" y="3110809"/>
            <a:ext cx="1416466" cy="1047861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87614" y="3110809"/>
            <a:ext cx="1416466" cy="1047861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46404" y="3110809"/>
            <a:ext cx="1416466" cy="1047861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05195" y="3110809"/>
            <a:ext cx="1416466" cy="1047861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063986" y="3110809"/>
            <a:ext cx="1416466" cy="1047861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1241" y="4299529"/>
            <a:ext cx="1416466" cy="1047861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70032" y="4299529"/>
            <a:ext cx="1416466" cy="1047861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28823" y="4311511"/>
            <a:ext cx="1416466" cy="1023896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387614" y="4299529"/>
            <a:ext cx="1416466" cy="1047861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46404" y="4299529"/>
            <a:ext cx="1416466" cy="1047861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505195" y="4299529"/>
            <a:ext cx="1416466" cy="1047861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063986" y="4299529"/>
            <a:ext cx="1416466" cy="1047861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11241" y="5488249"/>
            <a:ext cx="1416466" cy="1047861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270032" y="5488249"/>
            <a:ext cx="1416466" cy="1047861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828823" y="5488249"/>
            <a:ext cx="1416466" cy="1047861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387614" y="5488249"/>
            <a:ext cx="1416466" cy="1047861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946404" y="5488249"/>
            <a:ext cx="1416466" cy="1047861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505195" y="5488249"/>
            <a:ext cx="1416466" cy="1047861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0063986" y="5488249"/>
            <a:ext cx="1416466" cy="104786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5809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building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El mandante te pide la carpeta al día, hoy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Documentación vigente de la empresa y de cada trabajador antes de entrar a faena. Reunirla a mano es contra el reloj.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warning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Un documento vencido te deja fuera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Un examen, una inducción o un seguro vencido que nadie vio, y tu gente no entra a la faena.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file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Cada mandante pide lo suyo a su manera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Multiplicar carpetas y formatos por cada mandante agota, y hay que mostrar el mismo estándar a todos.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4708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Listo para el mandante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Muestras documentación vigente y trazable cuando el mandante la pide, sin salir corriendo.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Demos el primer paso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hacia una prevención al día.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