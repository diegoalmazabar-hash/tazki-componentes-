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CONTRATISTAS. Foco: Cumplir al 100% ante el mandante.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ntratist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Cumple al 100%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ante tu mandante.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Mantén vigente la documentación de tu empresa y de cada trabajador, con control de acceso y trazabilidad lista para el mandante.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Contratistas de mandantes grandes · transversal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contratistas de mandantes grandes · transversal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3444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5B6472"/>
                </a:solidFill>
                <a:latin typeface="DM Sans"/>
                <a:cs typeface="DM Sans"/>
              </a:rPr>
              <a:t>Reemplaza cada recuadro por el logo del cliente o mandante que quieras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8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mandante te pide la carpeta al día,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Documentación vigente de la empresa y de cada trabajador antes de entrar a faena. Reunirla a mano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warning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documento vencido te deja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Un examen, una inducción o un seguro vencido que nadie vio, y tu gente no entra a la faena.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mandante pide lo suyo a su manera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Multiplicar carpetas y formatos por cada mandante agota, y hay que mostrar el mismo estándar 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Listo para el mandante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Muestras documentación vigente y trazable cuando el mandante la pide, sin salir corriendo.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