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CONTRATISTAS. Foco: Cumplir al 100% ante el mandante.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contratist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Cumple al 100%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ante tu mandante.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Mantén vigente la documentación de tu empresa y de cada trabajador, con control de acceso y trazabilidad lista para el mandante.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Contratistas de mandantes grandes · transversal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C1E50"/>
                </a:solidFill>
                <a:latin typeface="DM Sans"/>
                <a:cs typeface="DM Sans"/>
              </a:rPr>
              <a:t>Empresas que ya confían en Tazki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5B6472"/>
                </a:solidFill>
                <a:latin typeface="DM Sans"/>
                <a:cs typeface="DM Sans"/>
              </a:rPr>
              <a:t>Operaciones de contratistas de mandantes grandes · transversal que ya digitalizaron su prevención con nosotros.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246888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468880"/>
            <a:ext cx="22860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9AA3B2"/>
                </a:solidFill>
                <a:latin typeface="DM Sans"/>
                <a:cs typeface="DM Sans"/>
              </a:rPr>
              <a:t>Logo cliente</a:t>
            </a:r>
          </a:p>
          <a:p>
            <a:pPr algn="ctr">
              <a:lnSpc>
                <a:spcPct val="106000"/>
              </a:lnSpc>
            </a:pPr>
            <a:r>
              <a:rPr sz="900" b="0">
                <a:solidFill>
                  <a:srgbClr val="B9C0CC"/>
                </a:solidFill>
                <a:latin typeface="DM Sans"/>
                <a:cs typeface="DM Sans"/>
              </a:rPr>
              <a:t>reemplazable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246888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2468880"/>
            <a:ext cx="22860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9AA3B2"/>
                </a:solidFill>
                <a:latin typeface="DM Sans"/>
                <a:cs typeface="DM Sans"/>
              </a:rPr>
              <a:t>Logo cliente</a:t>
            </a:r>
          </a:p>
          <a:p>
            <a:pPr algn="ctr">
              <a:lnSpc>
                <a:spcPct val="106000"/>
              </a:lnSpc>
            </a:pPr>
            <a:r>
              <a:rPr sz="900" b="0">
                <a:solidFill>
                  <a:srgbClr val="B9C0CC"/>
                </a:solidFill>
                <a:latin typeface="DM Sans"/>
                <a:cs typeface="DM Sans"/>
              </a:rPr>
              <a:t>reemplazable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46888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2468880"/>
            <a:ext cx="22860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9AA3B2"/>
                </a:solidFill>
                <a:latin typeface="DM Sans"/>
                <a:cs typeface="DM Sans"/>
              </a:rPr>
              <a:t>Logo cliente</a:t>
            </a:r>
          </a:p>
          <a:p>
            <a:pPr algn="ctr">
              <a:lnSpc>
                <a:spcPct val="106000"/>
              </a:lnSpc>
            </a:pPr>
            <a:r>
              <a:rPr sz="900" b="0">
                <a:solidFill>
                  <a:srgbClr val="B9C0CC"/>
                </a:solidFill>
                <a:latin typeface="DM Sans"/>
                <a:cs typeface="DM Sans"/>
              </a:rPr>
              <a:t>reemplazable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46888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468880"/>
            <a:ext cx="22860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9AA3B2"/>
                </a:solidFill>
                <a:latin typeface="DM Sans"/>
                <a:cs typeface="DM Sans"/>
              </a:rPr>
              <a:t>Logo cliente</a:t>
            </a:r>
          </a:p>
          <a:p>
            <a:pPr algn="ctr">
              <a:lnSpc>
                <a:spcPct val="106000"/>
              </a:lnSpc>
            </a:pPr>
            <a:r>
              <a:rPr sz="900" b="0">
                <a:solidFill>
                  <a:srgbClr val="B9C0CC"/>
                </a:solidFill>
                <a:latin typeface="DM Sans"/>
                <a:cs typeface="DM Sans"/>
              </a:rPr>
              <a:t>reemplazable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411480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114800"/>
            <a:ext cx="22860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9AA3B2"/>
                </a:solidFill>
                <a:latin typeface="DM Sans"/>
                <a:cs typeface="DM Sans"/>
              </a:rPr>
              <a:t>Logo cliente</a:t>
            </a:r>
          </a:p>
          <a:p>
            <a:pPr algn="ctr">
              <a:lnSpc>
                <a:spcPct val="106000"/>
              </a:lnSpc>
            </a:pPr>
            <a:r>
              <a:rPr sz="900" b="0">
                <a:solidFill>
                  <a:srgbClr val="B9C0CC"/>
                </a:solidFill>
                <a:latin typeface="DM Sans"/>
                <a:cs typeface="DM Sans"/>
              </a:rPr>
              <a:t>reemplazable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411480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114800"/>
            <a:ext cx="22860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9AA3B2"/>
                </a:solidFill>
                <a:latin typeface="DM Sans"/>
                <a:cs typeface="DM Sans"/>
              </a:rPr>
              <a:t>Logo cliente</a:t>
            </a:r>
          </a:p>
          <a:p>
            <a:pPr algn="ctr">
              <a:lnSpc>
                <a:spcPct val="106000"/>
              </a:lnSpc>
            </a:pPr>
            <a:r>
              <a:rPr sz="900" b="0">
                <a:solidFill>
                  <a:srgbClr val="B9C0CC"/>
                </a:solidFill>
                <a:latin typeface="DM Sans"/>
                <a:cs typeface="DM Sans"/>
              </a:rPr>
              <a:t>reemplazable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11480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114800"/>
            <a:ext cx="22860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9AA3B2"/>
                </a:solidFill>
                <a:latin typeface="DM Sans"/>
                <a:cs typeface="DM Sans"/>
              </a:rPr>
              <a:t>Logo cliente</a:t>
            </a:r>
          </a:p>
          <a:p>
            <a:pPr algn="ctr">
              <a:lnSpc>
                <a:spcPct val="106000"/>
              </a:lnSpc>
            </a:pPr>
            <a:r>
              <a:rPr sz="900" b="0">
                <a:solidFill>
                  <a:srgbClr val="B9C0CC"/>
                </a:solidFill>
                <a:latin typeface="DM Sans"/>
                <a:cs typeface="DM Sans"/>
              </a:rPr>
              <a:t>reemplazable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11480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114800"/>
            <a:ext cx="22860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9AA3B2"/>
                </a:solidFill>
                <a:latin typeface="DM Sans"/>
                <a:cs typeface="DM Sans"/>
              </a:rPr>
              <a:t>Logo cliente</a:t>
            </a:r>
          </a:p>
          <a:p>
            <a:pPr algn="ctr">
              <a:lnSpc>
                <a:spcPct val="106000"/>
              </a:lnSpc>
            </a:pPr>
            <a:r>
              <a:rPr sz="900" b="0">
                <a:solidFill>
                  <a:srgbClr val="B9C0CC"/>
                </a:solidFill>
                <a:latin typeface="DM Sans"/>
                <a:cs typeface="DM Sans"/>
              </a:rPr>
              <a:t>reemplazable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5B6472"/>
                </a:solidFill>
                <a:latin typeface="DM Sans"/>
                <a:cs typeface="DM Sans"/>
              </a:rPr>
              <a:t>Reemplaza cada recuadro por el logo del cliente o mandante que quieras mostrar.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58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building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El mandante te pide la carpeta al día, 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Documentación vigente de la empresa y de cada trabajador antes de entrar a faena. Reunirla a mano es contra el reloj.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warning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Un documento vencido te deja fuera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Un examen, una inducción o un seguro vencido que nadie vio, y tu gente no entra a la faena.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files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Cada mandante pide lo suyo a su manera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Multiplicar carpetas y formatos por cada mandante agota, y hay que mostrar el mismo estándar a todos.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47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Listo para el mandante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Muestras documentación vigente y trazable cuando el mandante la pide, sin salir corriendo.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Demos el primer paso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hacia una prevención al día.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