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CORE. Foco: Escudo legal ante fiscalización.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c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El software de prevención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que te respalda ante la DT.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inducciones, EPP, capacitaciones y hallazgos, con firma electrónica y trazabilidad. Pensado para operaciones de alto riesgo.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Construcción · Minería · Manufactura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construcción · minería · manufactura que ya digitalizaron su prevención con nosotros.</a:t>
            </a:r>
          </a:p>
        </p:txBody>
      </p:sp>
      <p:pic>
        <p:nvPicPr>
          <p:cNvPr id="4" name="Picture 3" descr="wall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43586"/>
            <a:ext cx="9966960" cy="212530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70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Se te va el día en papeleo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Entre firmas, planillas y documentos escaneados, queda poco tiempo para estar en terreno, que es donde de verdad se previene.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¿está todo a mano?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ODI, entrega de EPP, capacitaciones. Cuando están repartidos en carpetas y correos, responder a tiempo se hace cuesta arriba.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magnifying-glas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pasa un accidente, el respaldo tiene que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Ante algo grave se revisa todo. Si la documentación quedó incompleta, la empresa queda expuesta.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625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vel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Menos exposición legal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Con todo registrado y al día, enfrentas una fiscalización o un accidente con la carpeta completa.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Demos el primer paso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hacia una prevención al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537D1"/>
                </a:solidFill>
                <a:latin typeface="DM Sans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El DS 44 cambió lo que se te exige: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ya no basta con tener los papeles.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50" b="0">
                <a:solidFill>
                  <a:srgbClr val="5B6472"/>
                </a:solidFill>
                <a:latin typeface="DM Sans"/>
              </a:rPr>
              <a:t>Desde 2025 la prevención dejó de medirse por documentos archivados y pasó a medirse por gestión demostrable. Estas son las tres exigencias que cambiaron el día a día.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14300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Ahora hay que informar los riesgos de cada puesto de trabajo, dejar firma de que la persona los conoció y actualizar esa información cada vez que el riesgo o la tarea cambian.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79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La matriz de peligros define el programa de trabajo preventivo, y ese programa debe elaborarse o modificarse dentro de los 30 días siguientes a confeccionar o actualizar la matriz.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667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6676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fiscalización pide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El Formulario Único de Fiscalización no revisa si el documento existe: revisa fecha, responsable, firma y seguimiento. Sin trazabilidad, no hay cómo demostrar la gestión.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2453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