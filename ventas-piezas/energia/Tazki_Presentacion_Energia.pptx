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ENERGÍA Y SERVICIOS BÁSICOS. Foco: Cumplimiento y contratistas bajo control.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energ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confiable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para tu operación crítica.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EPP, capacitaciones, contratistas e investigación de accidentes de plantas y faenas, con reportería de cumplimiento y trazabilidad en tiempo real.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Energía · Agua · Servicios básicos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energía · agua · servicios básicos que ya digitalizaron su prevención con nosotros.</a:t>
            </a:r>
          </a:p>
        </p:txBody>
      </p:sp>
      <p:pic>
        <p:nvPicPr>
          <p:cNvPr id="4" name="Picture 3" descr="wall_ene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25009"/>
            <a:ext cx="9966960" cy="27624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13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uge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reportes de cumplimiento llegan incompletos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Datos vacíos, formularios a medio llenar que inflan los números y exportaciones que solo bajan lo visible en pantalla. Así no se decide.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building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cumplimiento de contratistas es difícil de seguir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Controlar la documentación vigente de cada contratista in situ, a nivel país, con planillas y correos, se vuelve inmanejable.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evidencia para la fiscalización está dispersa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capacitaciones y acreditaciones repartidas en Excel y carpetas. Reunir el respaldo firmado y al día toma tiempo que no tienes.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64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uge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Dashboards de cumplimiento en tiempo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el estado de EPP, contratistas y acreditaciones al día, y exportas indicadores confiables para la jefatura sin rearmarlos a mano.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