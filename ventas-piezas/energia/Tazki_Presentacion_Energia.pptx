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ENERGÍA Y SERVICIOS BÁSICOS. Foco: Cumplimiento y contratistas bajo control.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energ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confiable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tu operación crítica.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capacitaciones, contratistas e investigación de accidentes de plantas y faenas, con reportería de cumplimiento y trazabilidad en tiempo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Energía · Agua · Servicios básicos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energía · agua · servicios básicos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Aguas Antofagasta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Aguas Nuevas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Aguas Poniente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COPEC EMOAC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Copec Voltex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ENGIE Chile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856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uge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reportes de cumplimiento llegan incompletos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Datos vacíos, formularios a medio llenar que inflan los números y exportaciones que solo bajan lo visible en pantalla. Así no se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building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cumplimiento de contratistas es difícil de seguir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Controlar la documentación vigente de cada contratista in situ, a nivel país, con planillas y correos, se vuelve inmanejable.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evidencia para la fiscalización está dispersa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acreditaciones repartidas en Excel y carpetas. Reunir el respaldo firmado y al día toma tiempo que no tienes.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53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Dashboards de cumplimiento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EPP, contratistas y acreditaciones al día, y exportas indicadores confiables para la jefatura sin rearmarlos a 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