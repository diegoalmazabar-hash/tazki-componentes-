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ENERGÍA Y SERVICIOS BÁSICOS. Foco: Cumplimiento y contratistas bajo control.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Prevención confiable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para tu operación crítica.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EPP, capacitaciones, contratistas e investigación de accidentes de plantas y faenas, con reportería de cumplimiento y trazabilidad en tiempo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Energía · Agua · Servicios básicos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C1E5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0"/>
            <a:ext cx="402336" cy="6858000"/>
          </a:xfrm>
          <a:prstGeom prst="rect">
            <a:avLst/>
          </a:prstGeom>
          <a:solidFill>
            <a:srgbClr val="0C1E5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79008" y="0"/>
            <a:ext cx="402336" cy="6858000"/>
          </a:xfrm>
          <a:prstGeom prst="rect">
            <a:avLst/>
          </a:prstGeom>
          <a:solidFill>
            <a:srgbClr val="0C1E50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3056" y="0"/>
            <a:ext cx="402336" cy="6858000"/>
          </a:xfrm>
          <a:prstGeom prst="rect">
            <a:avLst/>
          </a:prstGeom>
          <a:solidFill>
            <a:srgbClr val="0C1E5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47104" y="0"/>
            <a:ext cx="402336" cy="6858000"/>
          </a:xfrm>
          <a:prstGeom prst="rect">
            <a:avLst/>
          </a:prstGeom>
          <a:solidFill>
            <a:srgbClr val="0C1E50">
              <a:alpha val="6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1152" y="0"/>
            <a:ext cx="402336" cy="6858000"/>
          </a:xfrm>
          <a:prstGeom prst="rect">
            <a:avLst/>
          </a:prstGeom>
          <a:solidFill>
            <a:srgbClr val="0C1E50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402336" cy="6858000"/>
          </a:xfrm>
          <a:prstGeom prst="rect">
            <a:avLst/>
          </a:prstGeom>
          <a:solidFill>
            <a:srgbClr val="0C1E5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9248" y="0"/>
            <a:ext cx="402336" cy="6858000"/>
          </a:xfrm>
          <a:prstGeom prst="rect">
            <a:avLst/>
          </a:prstGeom>
          <a:solidFill>
            <a:srgbClr val="0C1E50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0"/>
            <a:ext cx="402336" cy="6858000"/>
          </a:xfrm>
          <a:prstGeom prst="rect">
            <a:avLst/>
          </a:prstGeom>
          <a:solidFill>
            <a:srgbClr val="0C1E50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7344" y="0"/>
            <a:ext cx="402336" cy="6858000"/>
          </a:xfrm>
          <a:prstGeom prst="rect">
            <a:avLst/>
          </a:prstGeom>
          <a:solidFill>
            <a:srgbClr val="0C1E50">
              <a:alpha val="2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0"/>
            <a:ext cx="402336" cy="6858000"/>
          </a:xfrm>
          <a:prstGeom prst="rect">
            <a:avLst/>
          </a:prstGeom>
          <a:solidFill>
            <a:srgbClr val="0C1E50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160520"/>
            <a:ext cx="12191695" cy="2148840"/>
          </a:xfrm>
          <a:prstGeom prst="rect">
            <a:avLst/>
          </a:prstGeom>
          <a:solidFill>
            <a:srgbClr val="0C1E50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051560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310128"/>
            <a:ext cx="5577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Energía, sanitarias y servicios básicos · 16 de las +150 que ya digitalizaron su prevención.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67" y="3182160"/>
            <a:ext cx="1223566" cy="90515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209" y="3182160"/>
            <a:ext cx="1223566" cy="90515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51" y="3182160"/>
            <a:ext cx="1223566" cy="90515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093" y="3182160"/>
            <a:ext cx="1223566" cy="90515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6035" y="3182160"/>
            <a:ext cx="1223566" cy="90515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9977" y="3182160"/>
            <a:ext cx="1223566" cy="90515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3919" y="3182160"/>
            <a:ext cx="1223566" cy="90515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7860" y="3182160"/>
            <a:ext cx="1223566" cy="9051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267" y="4370880"/>
            <a:ext cx="1223566" cy="90515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4209" y="4370880"/>
            <a:ext cx="1223566" cy="90515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8151" y="4370880"/>
            <a:ext cx="1223566" cy="90515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2093" y="4370880"/>
            <a:ext cx="1223566" cy="90515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6035" y="4370880"/>
            <a:ext cx="1223566" cy="90515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9977" y="4370880"/>
            <a:ext cx="1223566" cy="90515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3919" y="4370880"/>
            <a:ext cx="1223566" cy="90515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7860" y="4370880"/>
            <a:ext cx="1223566" cy="9051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513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gauge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Los reportes de cumplimiento llegan incompletos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Datos vacíos, formularios a medio llenar que inflan los números y exportaciones que solo bajan lo visible en pantalla. Así no se decide.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buildings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El cumplimiento de contratistas es difícil de seguir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Controlar la documentación vigente de cada contratista in situ, a nivel país, con planillas y correos, se vuelve inmanejable.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file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evidencia para la fiscalización está dispersa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EPP, capacitaciones y acreditaciones repartidas en Excel y carpetas. Reunir el respaldo firmado y al día toma tiempo que no tienes.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764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gauge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Dashboards de cumplimiento en 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Ves el estado de EPP, contratistas y acreditaciones al día, y exportas indicadores confiables para la jefatura sin rearmarlos a mano.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