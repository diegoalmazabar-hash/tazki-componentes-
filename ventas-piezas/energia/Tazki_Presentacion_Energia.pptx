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ENERGÍA Y SERVICIOS BÁSICOS. Foco: Cumplimiento y contratistas bajo control.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Relationship Id="rId16" Type="http://schemas.openxmlformats.org/officeDocument/2006/relationships/image" Target="../media/image63.png"/><Relationship Id="rId17" Type="http://schemas.openxmlformats.org/officeDocument/2006/relationships/image" Target="../media/image64.png"/><Relationship Id="rId18" Type="http://schemas.openxmlformats.org/officeDocument/2006/relationships/image" Target="../media/image65.png"/><Relationship Id="rId19" Type="http://schemas.openxmlformats.org/officeDocument/2006/relationships/image" Target="../media/image6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Picture 8" descr="industrial_workers_securing_control_panel_safety.jpe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confiable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para tu operación crítica.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EPP, capacitaciones, contratistas e investigación de accidentes de plantas y faenas, con reportería de cumplimiento y trazabilidad en tiempo real.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Energía · Agua · Servicios básicos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ndustrial_safety_briefing_in_progress.jpe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C1E5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932688"/>
            <a:ext cx="6400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2000"/>
              </a:lnSpc>
            </a:pPr>
            <a:r>
              <a:rPr sz="5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27248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9288" y="4736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80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523036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Energía, sanitarias y servicios básicos · 16 de las +150 que ya digitalizaron su prevención.</a:t>
            </a:r>
          </a:p>
        </p:txBody>
      </p:sp>
      <p:pic>
        <p:nvPicPr>
          <p:cNvPr id="7" name="Picture 6" descr="1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267" y="3182160"/>
            <a:ext cx="1223566" cy="905158"/>
          </a:xfrm>
          <a:prstGeom prst="rect">
            <a:avLst/>
          </a:prstGeom>
        </p:spPr>
      </p:pic>
      <p:pic>
        <p:nvPicPr>
          <p:cNvPr id="8" name="Picture 7" descr="1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4209" y="3182160"/>
            <a:ext cx="1223566" cy="905158"/>
          </a:xfrm>
          <a:prstGeom prst="rect">
            <a:avLst/>
          </a:prstGeom>
        </p:spPr>
      </p:pic>
      <p:pic>
        <p:nvPicPr>
          <p:cNvPr id="9" name="Picture 8" descr="1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8151" y="3182160"/>
            <a:ext cx="1223566" cy="905158"/>
          </a:xfrm>
          <a:prstGeom prst="rect">
            <a:avLst/>
          </a:prstGeom>
        </p:spPr>
      </p:pic>
      <p:pic>
        <p:nvPicPr>
          <p:cNvPr id="10" name="Picture 9" descr="1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2093" y="3182160"/>
            <a:ext cx="1223566" cy="905158"/>
          </a:xfrm>
          <a:prstGeom prst="rect">
            <a:avLst/>
          </a:prstGeom>
        </p:spPr>
      </p:pic>
      <p:pic>
        <p:nvPicPr>
          <p:cNvPr id="11" name="Picture 10" descr="1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6035" y="3182160"/>
            <a:ext cx="1223566" cy="905158"/>
          </a:xfrm>
          <a:prstGeom prst="rect">
            <a:avLst/>
          </a:prstGeom>
        </p:spPr>
      </p:pic>
      <p:pic>
        <p:nvPicPr>
          <p:cNvPr id="12" name="Picture 11" descr="10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9977" y="3182160"/>
            <a:ext cx="1223566" cy="905158"/>
          </a:xfrm>
          <a:prstGeom prst="rect">
            <a:avLst/>
          </a:prstGeom>
        </p:spPr>
      </p:pic>
      <p:pic>
        <p:nvPicPr>
          <p:cNvPr id="13" name="Picture 12" descr="10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3919" y="3182160"/>
            <a:ext cx="1223566" cy="905158"/>
          </a:xfrm>
          <a:prstGeom prst="rect">
            <a:avLst/>
          </a:prstGeom>
        </p:spPr>
      </p:pic>
      <p:pic>
        <p:nvPicPr>
          <p:cNvPr id="14" name="Picture 13" descr="10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57860" y="3182160"/>
            <a:ext cx="1223566" cy="905158"/>
          </a:xfrm>
          <a:prstGeom prst="rect">
            <a:avLst/>
          </a:prstGeom>
        </p:spPr>
      </p:pic>
      <p:pic>
        <p:nvPicPr>
          <p:cNvPr id="15" name="Picture 14" descr="11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0267" y="4370880"/>
            <a:ext cx="1223566" cy="905158"/>
          </a:xfrm>
          <a:prstGeom prst="rect">
            <a:avLst/>
          </a:prstGeom>
        </p:spPr>
      </p:pic>
      <p:pic>
        <p:nvPicPr>
          <p:cNvPr id="16" name="Picture 15" descr="11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4209" y="4370880"/>
            <a:ext cx="1223566" cy="905158"/>
          </a:xfrm>
          <a:prstGeom prst="rect">
            <a:avLst/>
          </a:prstGeom>
        </p:spPr>
      </p:pic>
      <p:pic>
        <p:nvPicPr>
          <p:cNvPr id="17" name="Picture 16" descr="11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38151" y="4370880"/>
            <a:ext cx="1223566" cy="905158"/>
          </a:xfrm>
          <a:prstGeom prst="rect">
            <a:avLst/>
          </a:prstGeom>
        </p:spPr>
      </p:pic>
      <p:pic>
        <p:nvPicPr>
          <p:cNvPr id="18" name="Picture 17" descr="11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02093" y="4370880"/>
            <a:ext cx="1223566" cy="905158"/>
          </a:xfrm>
          <a:prstGeom prst="rect">
            <a:avLst/>
          </a:prstGeom>
        </p:spPr>
      </p:pic>
      <p:pic>
        <p:nvPicPr>
          <p:cNvPr id="19" name="Picture 18" descr="11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66035" y="4370880"/>
            <a:ext cx="1223566" cy="905158"/>
          </a:xfrm>
          <a:prstGeom prst="rect">
            <a:avLst/>
          </a:prstGeom>
        </p:spPr>
      </p:pic>
      <p:pic>
        <p:nvPicPr>
          <p:cNvPr id="20" name="Picture 19" descr="115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29977" y="4370880"/>
            <a:ext cx="1223566" cy="905158"/>
          </a:xfrm>
          <a:prstGeom prst="rect">
            <a:avLst/>
          </a:prstGeom>
        </p:spPr>
      </p:pic>
      <p:pic>
        <p:nvPicPr>
          <p:cNvPr id="21" name="Picture 20" descr="119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3919" y="4370880"/>
            <a:ext cx="1223566" cy="905158"/>
          </a:xfrm>
          <a:prstGeom prst="rect">
            <a:avLst/>
          </a:prstGeom>
        </p:spPr>
      </p:pic>
      <p:pic>
        <p:nvPicPr>
          <p:cNvPr id="22" name="Picture 21" descr="120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57860" y="4370880"/>
            <a:ext cx="1223566" cy="9051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13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gauge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reportes de cumplimiento llegan incompletos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Datos vacíos, formularios a medio llenar que inflan los números y exportaciones que solo bajan lo visible en pantalla. Así no se decide.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buildings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cumplimiento de contratistas es difícil de seguir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Controlar la documentación vigente de cada contratista in situ, a nivel país, con planillas y correos, se vuelve inmanejable.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evidencia para la fiscalización está dispersa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EPP, capacitaciones y acreditaciones repartidas en Excel y carpetas. Reunir el respaldo firmado y al día toma tiempo que no tienes.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64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uge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Dashboards de cumplimiento en tiempo real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Ves el estado de EPP, contratistas y acreditaciones al día, y exportas indicadores confiables para la jefatura sin rearmarlos a mano.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