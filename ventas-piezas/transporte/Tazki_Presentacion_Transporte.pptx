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TRANSPORTE Y LOGÍSTICA. Foco: Documentación de flota siempre al día.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44_operario_en_area_de_carga_industrial.jpeg"/>
          <p:cNvPicPr>
            <a:picLocks noChangeAspect="1"/>
          </p:cNvPicPr>
          <p:nvPr/>
        </p:nvPicPr>
        <p:blipFill>
          <a:blip r:embed="rId5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Documentación de flota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siempre al 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programas de trabajo, EPP, capacitaciones e investigación de accidentes de toda tu flota, con firma electrónica y alertas de vencimiento.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Transporte · Logística · Flotas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Transporte, logística y almacenamiento · 12 de las +150 que ya digitalizaron su prevención.</a:t>
            </a:r>
          </a:p>
        </p:txBody>
      </p:sp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29" y="3109691"/>
            <a:ext cx="1419489" cy="1050096"/>
          </a:xfrm>
          <a:prstGeom prst="rect">
            <a:avLst/>
          </a:prstGeom>
        </p:spPr>
      </p:pic>
      <p:pic>
        <p:nvPicPr>
          <p:cNvPr id="8" name="Picture 7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3109691"/>
            <a:ext cx="1419489" cy="1050096"/>
          </a:xfrm>
          <a:prstGeom prst="rect">
            <a:avLst/>
          </a:prstGeom>
        </p:spPr>
      </p:pic>
      <p:pic>
        <p:nvPicPr>
          <p:cNvPr id="9" name="Picture 8" descr="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3109691"/>
            <a:ext cx="1419489" cy="1050096"/>
          </a:xfrm>
          <a:prstGeom prst="rect">
            <a:avLst/>
          </a:prstGeom>
        </p:spPr>
      </p:pic>
      <p:pic>
        <p:nvPicPr>
          <p:cNvPr id="10" name="Picture 9" descr="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3109691"/>
            <a:ext cx="1419489" cy="1050096"/>
          </a:xfrm>
          <a:prstGeom prst="rect">
            <a:avLst/>
          </a:prstGeom>
        </p:spPr>
      </p:pic>
      <p:pic>
        <p:nvPicPr>
          <p:cNvPr id="11" name="Picture 10" descr="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3109691"/>
            <a:ext cx="1419489" cy="1050096"/>
          </a:xfrm>
          <a:prstGeom prst="rect">
            <a:avLst/>
          </a:prstGeom>
        </p:spPr>
      </p:pic>
      <p:pic>
        <p:nvPicPr>
          <p:cNvPr id="12" name="Picture 11" descr="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2575" y="3109691"/>
            <a:ext cx="1419489" cy="1050096"/>
          </a:xfrm>
          <a:prstGeom prst="rect">
            <a:avLst/>
          </a:prstGeom>
        </p:spPr>
      </p:pic>
      <p:pic>
        <p:nvPicPr>
          <p:cNvPr id="13" name="Picture 12" descr="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629" y="4298411"/>
            <a:ext cx="1419489" cy="1050096"/>
          </a:xfrm>
          <a:prstGeom prst="rect">
            <a:avLst/>
          </a:prstGeom>
        </p:spPr>
      </p:pic>
      <p:pic>
        <p:nvPicPr>
          <p:cNvPr id="14" name="Picture 13" descr="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58219" y="4298411"/>
            <a:ext cx="1419489" cy="1050096"/>
          </a:xfrm>
          <a:prstGeom prst="rect">
            <a:avLst/>
          </a:prstGeom>
        </p:spPr>
      </p:pic>
      <p:pic>
        <p:nvPicPr>
          <p:cNvPr id="15" name="Picture 14" descr="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6808" y="4298411"/>
            <a:ext cx="1419489" cy="1050096"/>
          </a:xfrm>
          <a:prstGeom prst="rect">
            <a:avLst/>
          </a:prstGeom>
        </p:spPr>
      </p:pic>
      <p:pic>
        <p:nvPicPr>
          <p:cNvPr id="16" name="Picture 15" descr="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5397" y="4298411"/>
            <a:ext cx="1419489" cy="1050096"/>
          </a:xfrm>
          <a:prstGeom prst="rect">
            <a:avLst/>
          </a:prstGeom>
        </p:spPr>
      </p:pic>
      <p:pic>
        <p:nvPicPr>
          <p:cNvPr id="17" name="Picture 16" descr="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3986" y="4298411"/>
            <a:ext cx="1419489" cy="1050096"/>
          </a:xfrm>
          <a:prstGeom prst="rect">
            <a:avLst/>
          </a:prstGeom>
        </p:spPr>
      </p:pic>
      <p:pic>
        <p:nvPicPr>
          <p:cNvPr id="18" name="Picture 17" descr="118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32575" y="429841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5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programas de trabajo viven en el drive, a 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Formatos y planillas repartidos en carpetas compartidas. Mantenerlos al día y encontrarlos cuando se necesitan cuesta el doble.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ock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requisito vencido deja a tu gente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exámenes y requisitos críticos que caducan sin que nadie los vea. Sin alertas, el aviso llega cuando ya es tarde.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 en papel y doble validación de jefatura y trabajador dispersa. Reunir la evidencia al día, por conductor, toma tiempo.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33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clo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Alertas antes del vencimiento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Recordatorios automáticos de EPP, exámenes y requisitos críticos, para que tu flota nunca quede fuera por un documento vencido.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