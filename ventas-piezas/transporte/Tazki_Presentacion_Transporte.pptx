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TRANSPORTE Y LOGÍSTICA. Foco: Documentación de flota siempre al día.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transpo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Documentación de flota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siempre al día.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programas de trabajo, EPP, capacitaciones e investigación de accidentes de toda tu flota, con firma electrónica y alertas de vencimiento.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Transporte · Logística · Flotas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transporte · logística · flotas que ya digitalizaron su prevención con nosotros.</a:t>
            </a:r>
          </a:p>
        </p:txBody>
      </p:sp>
      <p:pic>
        <p:nvPicPr>
          <p:cNvPr id="4" name="Picture 3" descr="wall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2845"/>
            <a:ext cx="9966960" cy="18267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5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programas de trabajo viven en el drive, a 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Formatos y planillas repartidos en carpetas compartidas. Mantenerlos al día y encontrarlos cuando se necesitan cuesta el doble.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ock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requisito vencido deja a tu gente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exámenes y requisitos críticos que caducan sin que nadie los vea. Sin alertas, el aviso llega cuando ya es tarde.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 en papel y doble validación de jefatura y trabajador dispersa. Reunir la evidencia al día, por conductor, toma tiempo.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33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clo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Alertas antes del vencimiento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Recordatorios automáticos de EPP, exámenes y requisitos críticos, para que tu flota nunca quede fuera por un documento vencido.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