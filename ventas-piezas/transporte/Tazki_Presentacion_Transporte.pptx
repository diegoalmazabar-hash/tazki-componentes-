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TRANSPORTE Y LOGÍSTICA. Foco: Documentación de flota siempre al día.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Relationship Id="rId1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gif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gif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gif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gif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gif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gif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gif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transpor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Documentación de flota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siempre al día.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programas de trabajo, EPP, capacitaciones e investigación de accidentes de toda tu flota, con firma electrónica y alertas de vencimiento.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Transporte · Logística · Flotas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C1E50"/>
                </a:solidFill>
                <a:latin typeface="DM Sans"/>
                <a:cs typeface="DM Sans"/>
              </a:rPr>
              <a:t>Empresas que ya confían en Tazki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5B6472"/>
                </a:solidFill>
                <a:latin typeface="DM Sans"/>
                <a:cs typeface="DM Sans"/>
              </a:rPr>
              <a:t>Operaciones de transporte · logística · flotas que ya digitalizaron su prevención con nosotros.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265176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" y="265176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Coseducam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265176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53128" y="265176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DHL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265176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90688" y="265176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Elorza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429768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429768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Grupo Kameid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429768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Grúas y Equipos Cruz del Sur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429768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90688" y="429768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Ian Taylor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4916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files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Los programas de trabajo viven en el drive, a mano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Formatos y planillas repartidos en carpetas compartidas. Mantenerlos al día y encontrarlos cuando se necesitan cuesta el doble.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clock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Un requisito vencido deja a tu gente fuera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EPP, exámenes y requisitos críticos que caducan sin que nadie los vea. Sin alertas, el aviso llega cuando ya es tarde.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gavel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Sin trazabilidad, la fiscalización te complica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Firmas en papel y doble validación de jefatura y trabajador dispersa. Reunir la evidencia al día, por conductor, toma tiempo.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3715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clock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Alertas antes del vencimiento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Recordatorios automáticos de EPP, exámenes y requisitos críticos, para que tu flota nunca quede fuera por un documento vencido.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