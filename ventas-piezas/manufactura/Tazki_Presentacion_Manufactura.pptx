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MANUFACTURA. Foco: Control total en el piso de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industrial_team_discussion_in_factory_setting.jpe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Control total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el piso de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documentación, capacitaciones, EPP y contratistas de tu planta, con firma electrónica y trazabilidad ordenada por período, lista para auditoría.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Manufactura · Plantas · Producción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Industria y manufactura · 12 de las +150 que ya digitalizaron su prevención.</a:t>
            </a:r>
          </a:p>
        </p:txBody>
      </p:sp>
      <p:pic>
        <p:nvPicPr>
          <p:cNvPr id="7" name="Picture 6" descr="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195" y="3109691"/>
            <a:ext cx="1396357" cy="1050096"/>
          </a:xfrm>
          <a:prstGeom prst="rect">
            <a:avLst/>
          </a:prstGeom>
        </p:spPr>
      </p:pic>
      <p:pic>
        <p:nvPicPr>
          <p:cNvPr id="8" name="Picture 7" descr="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8219" y="3109691"/>
            <a:ext cx="1419489" cy="1050096"/>
          </a:xfrm>
          <a:prstGeom prst="rect">
            <a:avLst/>
          </a:prstGeom>
        </p:spPr>
      </p:pic>
      <p:pic>
        <p:nvPicPr>
          <p:cNvPr id="9" name="Picture 8" descr="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808" y="3109691"/>
            <a:ext cx="1419489" cy="1050096"/>
          </a:xfrm>
          <a:prstGeom prst="rect">
            <a:avLst/>
          </a:prstGeom>
        </p:spPr>
      </p:pic>
      <p:pic>
        <p:nvPicPr>
          <p:cNvPr id="10" name="Picture 9" descr="5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5397" y="3109691"/>
            <a:ext cx="1419489" cy="1050096"/>
          </a:xfrm>
          <a:prstGeom prst="rect">
            <a:avLst/>
          </a:prstGeom>
        </p:spPr>
      </p:pic>
      <p:pic>
        <p:nvPicPr>
          <p:cNvPr id="11" name="Picture 10" descr="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3986" y="3109691"/>
            <a:ext cx="1419489" cy="1050096"/>
          </a:xfrm>
          <a:prstGeom prst="rect">
            <a:avLst/>
          </a:prstGeom>
        </p:spPr>
      </p:pic>
      <p:pic>
        <p:nvPicPr>
          <p:cNvPr id="12" name="Picture 11" descr="5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15964" y="3109691"/>
            <a:ext cx="1452712" cy="1050096"/>
          </a:xfrm>
          <a:prstGeom prst="rect">
            <a:avLst/>
          </a:prstGeom>
        </p:spPr>
      </p:pic>
      <p:pic>
        <p:nvPicPr>
          <p:cNvPr id="13" name="Picture 12" descr="5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629" y="4298411"/>
            <a:ext cx="1419489" cy="1050096"/>
          </a:xfrm>
          <a:prstGeom prst="rect">
            <a:avLst/>
          </a:prstGeom>
        </p:spPr>
      </p:pic>
      <p:pic>
        <p:nvPicPr>
          <p:cNvPr id="14" name="Picture 13" descr="5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8219" y="4298411"/>
            <a:ext cx="1419489" cy="1050096"/>
          </a:xfrm>
          <a:prstGeom prst="rect">
            <a:avLst/>
          </a:prstGeom>
        </p:spPr>
      </p:pic>
      <p:pic>
        <p:nvPicPr>
          <p:cNvPr id="15" name="Picture 14" descr="5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6808" y="4298411"/>
            <a:ext cx="1419489" cy="1050096"/>
          </a:xfrm>
          <a:prstGeom prst="rect">
            <a:avLst/>
          </a:prstGeom>
        </p:spPr>
      </p:pic>
      <p:pic>
        <p:nvPicPr>
          <p:cNvPr id="16" name="Picture 15" descr="57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5397" y="4298411"/>
            <a:ext cx="1419489" cy="1050096"/>
          </a:xfrm>
          <a:prstGeom prst="rect">
            <a:avLst/>
          </a:prstGeom>
        </p:spPr>
      </p:pic>
      <p:pic>
        <p:nvPicPr>
          <p:cNvPr id="17" name="Picture 16" descr="5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13986" y="4298411"/>
            <a:ext cx="1419489" cy="1050096"/>
          </a:xfrm>
          <a:prstGeom prst="rect">
            <a:avLst/>
          </a:prstGeom>
        </p:spPr>
      </p:pic>
      <p:pic>
        <p:nvPicPr>
          <p:cNvPr id="18" name="Picture 17" descr="59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32575" y="4298411"/>
            <a:ext cx="1419489" cy="1050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9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mezcla períodos y no sirve para auditar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de distintos meses en las mismas carpetas y planillas. Cuando llega la auditoría, ordenar todo a mano toma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deja expuesto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dispersas en Excel y papel. Reunir la evidencia firmada y al día, por planta, es contra el reloj.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building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contratistas son tu punto ciego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Habilitan e inhabilitan trabajadores sin control y sus documentos vencen sin que nadie lo vea. Un permiso vencido detiene la línea.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32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Auditoría sin sobresaltos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Documentación ordenada por período y trazable, lista para mostrar cuando la auditoría o la mutualidad la pidan, sin rearmar carpetas.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