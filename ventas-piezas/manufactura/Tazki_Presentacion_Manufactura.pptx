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MANUFACTURA. Foco: Control total en el piso de planta.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manufactu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Control total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el piso de planta.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documentación, capacitaciones, EPP y contratistas de tu planta, con firma electrónica y trazabilidad ordenada por período, lista para auditoría.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Manufactura · Plantas · Producción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manufactura · plantas · producción que ya digitalizaron su prevención con nosotros.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AKVA group Chile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5312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Anasac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Bredenmaster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Budnik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CMPC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CMPC Fibra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24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mezcla períodos y no sirve para auditar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Registros de distintos meses en las mismas carpetas y planillas. Cuando llega la auditoría, ordenar todo a mano toma días.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deja expuesto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entrega de EPP y charlas dispersas en Excel y papel. Reunir la evidencia firmada y al día, por planta, es contra el reloj.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building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contratistas son tu punto ciego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Habilitan e inhabilitan trabajadores sin control y sus documentos vencen sin que nadie lo vea. Un permiso vencido detiene la línea.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5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shield-check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Auditoría sin sobresaltos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Documentación ordenada por período y trazable, lista para mostrar cuando la auditoría o la mutualidad la pidan, sin rearmar carpetas.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