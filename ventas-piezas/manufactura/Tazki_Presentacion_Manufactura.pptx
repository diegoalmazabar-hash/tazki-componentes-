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MANUFACTURA. Foco: Control total en el piso de planta.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manufactu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Control total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en el piso de planta.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documentación, capacitaciones, EPP y contratistas de tu planta, con firma electrónica y trazabilidad ordenada por período, lista para auditoría.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Manufactura · Plantas ·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manufactura · plantas · producción que ya digitalizaron su prevención con nosotros.</a:t>
            </a:r>
          </a:p>
        </p:txBody>
      </p:sp>
      <p:pic>
        <p:nvPicPr>
          <p:cNvPr id="4" name="Picture 3" descr="wall_manufa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25009"/>
            <a:ext cx="9966960" cy="27624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29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documentación mezcla períodos y no sirve para auditar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Registros de distintos meses en las mismas carpetas y planillas. Cuando llega la auditoría, ordenar todo a mano toma días.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gavel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Sin trazabilidad, la fiscalización te deja expuesto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Capacitaciones, entrega de EPP y charlas dispersas en Excel y papel. Reunir la evidencia firmada y al día, por planta, es contra el reloj.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building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Los contratistas son tu punto ciego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Habilitan e inhabilitan trabajadores sin control y sus documentos vencen sin que nadie lo vea. Un permiso vencido detiene la línea.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132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shield-check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Auditoría sin sobresaltos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Documentación ordenada por período y trazable, lista para mostrar cuando la auditoría o la mutualidad la pidan, sin rearmar carpetas.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537D1"/>
                </a:solidFill>
                <a:latin typeface="DM Sans"/>
              </a:rPr>
              <a:t>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El DS 44 cambió lo que se te exige: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ya no basta con tener los papeles.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5B6472"/>
                </a:solidFill>
                <a:latin typeface="DM Sans"/>
              </a:rPr>
              <a:t>Desde 2025 la prevención dejó de medirse por documentos archivados y pasó a medirse por gestión demostrable. Estas son las tres exigencias que cambiaron el día a día.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14300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Ahora hay que informar los riesgos de cada puesto de trabajo, dejar firma de que la persona los conoció y actualizar esa información cada vez que el riesgo o la tarea cambian.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79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La matriz de peligros define el programa de trabajo preventivo, y ese programa debe elaborarse o modificarse dentro de los 30 días siguientes a confeccionar o actualizar la matriz.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6676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6676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fiscalización pide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El Formulario Único de Fiscalización no revisa si el documento existe: revisa fecha, responsable, firma y seguimiento. Sin trazabilidad, no hay cómo demostrar la gestión.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