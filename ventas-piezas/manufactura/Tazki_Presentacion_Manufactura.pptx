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MANUFACTURA. Foco: Control total en el piso de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anufactu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Control total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el piso de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documentación, capacitaciones, EPP y contratistas de tu planta, con firma electrónica y trazabilidad ordenada por período, lista para auditoría.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Manufactura · Plantas · Producción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manufactura · plantas · producción que ya digitalizaron su prevención con nosotros.</a:t>
            </a:r>
          </a:p>
        </p:txBody>
      </p:sp>
      <p:pic>
        <p:nvPicPr>
          <p:cNvPr id="4" name="Picture 3" descr="wall_manufa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9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mezcla períodos y no sirve para 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de distintos meses en las mismas carpetas y planillas. Cuando llega la auditoría, ordenar todo a mano toma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deja expuesto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dispersas en Excel y papel. Reunir la evidencia firmada y al día, por planta,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building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contratistas son tu punto ciego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Habilitan e inhabilitan trabajadores sin control y sus documentos vencen sin que nadie lo vea. Un permiso vencido detiene la línea.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32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Auditoría sin sobresaltos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Documentación ordenada por período y trazable, lista para mostrar cuando la auditoría o la mutualidad la pidan, sin rearmar carpetas.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