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COMERCIO Y RETAIL. Foco: Toda la red bajo un mismo estándar.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warehouse_safety_inspection_in_action.jpe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Toda tu red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bajo un mismo estándar.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Unifica capacitaciones, documentación, EPP y hallazgos de todos tus locales en una sola plataforma, con firma electrónica y trazabilidad centralizada.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Comercio · Retail · Sucursales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Comercio y retail · 8 de las +150 que ya digitalizaron su prevención.</a:t>
            </a:r>
          </a:p>
        </p:txBody>
      </p:sp>
      <p:pic>
        <p:nvPicPr>
          <p:cNvPr id="7" name="Picture 6" descr="1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67" y="3776520"/>
            <a:ext cx="1223566" cy="905158"/>
          </a:xfrm>
          <a:prstGeom prst="rect">
            <a:avLst/>
          </a:prstGeom>
        </p:spPr>
      </p:pic>
      <p:pic>
        <p:nvPicPr>
          <p:cNvPr id="8" name="Picture 7" descr="1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4209" y="3786870"/>
            <a:ext cx="1223566" cy="884458"/>
          </a:xfrm>
          <a:prstGeom prst="rect">
            <a:avLst/>
          </a:prstGeom>
        </p:spPr>
      </p:pic>
      <p:pic>
        <p:nvPicPr>
          <p:cNvPr id="9" name="Picture 8" descr="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151" y="3776520"/>
            <a:ext cx="1223566" cy="905158"/>
          </a:xfrm>
          <a:prstGeom prst="rect">
            <a:avLst/>
          </a:prstGeom>
        </p:spPr>
      </p:pic>
      <p:pic>
        <p:nvPicPr>
          <p:cNvPr id="10" name="Picture 9" descr="1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093" y="3776520"/>
            <a:ext cx="1223566" cy="905158"/>
          </a:xfrm>
          <a:prstGeom prst="rect">
            <a:avLst/>
          </a:prstGeom>
        </p:spPr>
      </p:pic>
      <p:pic>
        <p:nvPicPr>
          <p:cNvPr id="11" name="Picture 10" descr="12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035" y="3776520"/>
            <a:ext cx="1223566" cy="905158"/>
          </a:xfrm>
          <a:prstGeom prst="rect">
            <a:avLst/>
          </a:prstGeom>
        </p:spPr>
      </p:pic>
      <p:pic>
        <p:nvPicPr>
          <p:cNvPr id="12" name="Picture 11" descr="1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9977" y="3786870"/>
            <a:ext cx="1223566" cy="884458"/>
          </a:xfrm>
          <a:prstGeom prst="rect">
            <a:avLst/>
          </a:prstGeom>
        </p:spPr>
      </p:pic>
      <p:pic>
        <p:nvPicPr>
          <p:cNvPr id="13" name="Picture 12" descr="12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3919" y="3786870"/>
            <a:ext cx="1223566" cy="884458"/>
          </a:xfrm>
          <a:prstGeom prst="rect">
            <a:avLst/>
          </a:prstGeom>
        </p:spPr>
      </p:pic>
      <p:pic>
        <p:nvPicPr>
          <p:cNvPr id="14" name="Picture 13" descr="13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57860" y="3786870"/>
            <a:ext cx="1223566" cy="8844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37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building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Cada local lleva su prevención como puede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 y documentación distintas en cada punto. Sin un estándar común, saber qué está al día en toda la red es difícil.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file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está dispersa entre locales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correos y carpetas por sucursal. Cuando corporativo pide la información consolidada, juntarla a mano toma tiempo.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gavel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fiscalización te pide evidencia al 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EPP y registros firmados. Cuando están repartidos por cada local, responder a tiempo se hace cuesta arriba.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07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buildings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Toda la red en un solo panel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qué está al día en cada local desde un mismo lugar, con capacitaciones y documentación unificadas bajo un estándar común.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