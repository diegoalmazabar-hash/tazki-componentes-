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COMERCIO Y RETAIL. Foco: Toda la red bajo un mismo estándar.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comer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Toda tu red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bajo un mismo estándar.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Unifica capacitaciones, documentación, EPP y hallazgos de todos tus locales en una sola plataforma, con firma electrónica y trazabilidad centralizada.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Comercio · Retail · Sucursales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C1E50"/>
                </a:solidFill>
                <a:latin typeface="DM Sans"/>
                <a:cs typeface="DM Sans"/>
              </a:rPr>
              <a:t>Empresas que ya confían en Tazki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50" b="0">
                <a:solidFill>
                  <a:srgbClr val="5B6472"/>
                </a:solidFill>
                <a:latin typeface="DM Sans"/>
                <a:cs typeface="DM Sans"/>
              </a:rPr>
              <a:t>Operaciones de comercio · retail · sucursales que ya digitalizaron su prevención con nosotros.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Disag S.A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5312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Valenzuela &amp; Delarze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517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2651760"/>
            <a:ext cx="288950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500" b="1">
                <a:solidFill>
                  <a:srgbClr val="0C1E50"/>
                </a:solidFill>
                <a:latin typeface="DM Sans"/>
                <a:cs typeface="DM Sans"/>
              </a:rPr>
              <a:t>Volvo Chile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337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building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Cada local lleva su prevención como puede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 y documentación distintas en cada punto. Sin un estándar común, saber qué está al día en toda la red es difícil.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files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documentación está dispersa entre locales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Planillas, correos y carpetas por sucursal. Cuando corporativo pide la información consolidada, juntarla a mano toma tiempo.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gavel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La fiscalización te pide evidencia al día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Capacitaciones, EPP y registros firmados. Cuando están repartidos por cada local, responder a tiempo se hace cuesta arriba.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407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buildings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Toda la red en un solo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Ves qué está al día en cada local desde un mismo lugar, con capacitaciones y documentación unificadas bajo un estándar común.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537D1"/>
                </a:solidFill>
                <a:latin typeface="DM Sans"/>
              </a:rPr>
              <a:t>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El DS 44 cambió lo que se te exige: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0C1E50"/>
                </a:solidFill>
                <a:latin typeface="DM Sans"/>
              </a:rPr>
              <a:t>ya no basta con tener los papeles.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5B6472"/>
                </a:solidFill>
                <a:latin typeface="DM Sans"/>
              </a:rPr>
              <a:t>Desde 2025 la prevención dejó de medirse por documentos archivados y pasó a medirse por gestión demostrable. Estas son las tres exigencias que cambiaron el día a día.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14300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Ahora hay que informar los riesgos de cada puesto de trabajo, dejar firma de que la persona los conoció y actualizar esa información cada vez que el riesgo o la tarea cambian.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79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La matriz de peligros define el programa de trabajo preventivo, y ese programa debe elaborarse o modificarse dentro de los 30 días siguientes a confeccionar o actualizar la matriz.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80360"/>
            <a:ext cx="3429000" cy="2514600"/>
          </a:xfrm>
          <a:prstGeom prst="roundRect">
            <a:avLst>
              <a:gd name="adj" fmla="val 45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6676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6676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537D1"/>
                </a:solidFill>
                <a:latin typeface="DM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840480"/>
            <a:ext cx="2788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0C1E50"/>
                </a:solidFill>
                <a:latin typeface="DM Sans"/>
              </a:rPr>
              <a:t>La fiscalización pide evidencia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407408"/>
            <a:ext cx="27706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DM Sans"/>
              </a:rPr>
              <a:t>El Formulario Único de Fiscalización no revisa si el documento existe: revisa fecha, responsable, firma y seguimiento. Sin trazabilidad, no hay cómo demostrar la gestión.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2453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