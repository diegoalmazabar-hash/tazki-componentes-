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COMERCIO Y RETAIL. Foco: Toda la red bajo un mismo estándar.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merc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red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bajo un mismo estándar.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Unifica capacitaciones, documentación, EPP y hallazgos de todos tus locales en una sola plataforma, con firma electrónica y trazabilidad centralizada.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Comercio · Retail · Sucursales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comercio · retail · sucursales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Disag S.A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Valenzuela &amp; Delarze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Volvo Chile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37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local lleva su prevención como puede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 y documentación distintas en cada punto. Sin un estándar común, saber qué está al día en toda la red es difícil.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está dispersa entre locales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por sucursal. Cuando corporativo pide la información consolidada, juntarla a mano toma tiempo.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fiscalización te pide evidencia al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registros firmados. Cuando están repartidos por cada local, responder a tiempo se hace cuesta arriba.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07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 la red en un solo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local desde un mismo lugar, con capacitaciones y documentación unificadas bajo un estándar común.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