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AGRO Y PESCA. Foco: Prevención digital en campo y planta.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49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5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Prevención digital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en campo y planta.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capacitaciones, EPP, contratistas e investigación de accidentes de cada centro de trabajo, con firma electrónica en la app y trazabilidad.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Agro · Pesca · Agroindustria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94960" cy="6858000"/>
          </a:xfrm>
          <a:prstGeom prst="rect">
            <a:avLst/>
          </a:prstGeom>
          <a:solidFill>
            <a:srgbClr val="0C1E5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94960" y="0"/>
            <a:ext cx="402336" cy="6858000"/>
          </a:xfrm>
          <a:prstGeom prst="rect">
            <a:avLst/>
          </a:prstGeom>
          <a:solidFill>
            <a:srgbClr val="0C1E5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79008" y="0"/>
            <a:ext cx="402336" cy="6858000"/>
          </a:xfrm>
          <a:prstGeom prst="rect">
            <a:avLst/>
          </a:prstGeom>
          <a:solidFill>
            <a:srgbClr val="0C1E50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63056" y="0"/>
            <a:ext cx="402336" cy="6858000"/>
          </a:xfrm>
          <a:prstGeom prst="rect">
            <a:avLst/>
          </a:prstGeom>
          <a:solidFill>
            <a:srgbClr val="0C1E50">
              <a:alpha val="7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47104" y="0"/>
            <a:ext cx="402336" cy="6858000"/>
          </a:xfrm>
          <a:prstGeom prst="rect">
            <a:avLst/>
          </a:prstGeom>
          <a:solidFill>
            <a:srgbClr val="0C1E50">
              <a:alpha val="6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31152" y="0"/>
            <a:ext cx="402336" cy="6858000"/>
          </a:xfrm>
          <a:prstGeom prst="rect">
            <a:avLst/>
          </a:prstGeom>
          <a:solidFill>
            <a:srgbClr val="0C1E50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0" y="0"/>
            <a:ext cx="402336" cy="6858000"/>
          </a:xfrm>
          <a:prstGeom prst="rect">
            <a:avLst/>
          </a:prstGeom>
          <a:solidFill>
            <a:srgbClr val="0C1E50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99248" y="0"/>
            <a:ext cx="402336" cy="6858000"/>
          </a:xfrm>
          <a:prstGeom prst="rect">
            <a:avLst/>
          </a:prstGeom>
          <a:solidFill>
            <a:srgbClr val="0C1E50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0"/>
            <a:ext cx="402336" cy="6858000"/>
          </a:xfrm>
          <a:prstGeom prst="rect">
            <a:avLst/>
          </a:prstGeom>
          <a:solidFill>
            <a:srgbClr val="0C1E50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67344" y="0"/>
            <a:ext cx="402336" cy="6858000"/>
          </a:xfrm>
          <a:prstGeom prst="rect">
            <a:avLst/>
          </a:prstGeom>
          <a:solidFill>
            <a:srgbClr val="0C1E50">
              <a:alpha val="2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51392" y="0"/>
            <a:ext cx="402336" cy="6858000"/>
          </a:xfrm>
          <a:prstGeom prst="rect">
            <a:avLst/>
          </a:prstGeom>
          <a:solidFill>
            <a:srgbClr val="0C1E50">
              <a:alpha val="2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160520"/>
            <a:ext cx="12191695" cy="2148840"/>
          </a:xfrm>
          <a:prstGeom prst="rect">
            <a:avLst/>
          </a:prstGeom>
          <a:solidFill>
            <a:srgbClr val="0C1E50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4088" y="640080"/>
            <a:ext cx="329184" cy="32004"/>
          </a:xfrm>
          <a:prstGeom prst="rect">
            <a:avLst/>
          </a:prstGeom>
          <a:solidFill>
            <a:srgbClr val="7F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EL CONTEXTO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1051560"/>
            <a:ext cx="60350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Ya no basta</a:t>
            </a:r>
          </a:p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con tener</a:t>
            </a:r>
          </a:p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los papeles.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3310128"/>
            <a:ext cx="5577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</a:pPr>
            <a:r>
              <a:rPr sz="1550" b="0">
                <a:solidFill>
                  <a:srgbClr val="C9D3EA"/>
                </a:solidFill>
                <a:latin typeface="DM Sans"/>
              </a:rPr>
              <a:t>El DS 44 cambió la regla: desde 2025 la prevención dejó de medirse por documentos archivados y pasó a medirse por gestión demostrable.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Informar los riesgos de cada puesto, con firma de quien los conoció, y actualizarlos cuando la tarea cambia.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616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La matriz define el programa preventivo, y ese programa vence a los 30 días de actualizar la matriz.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192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92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Se fiscaliza la evidencia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92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El FUF no revisa si el documento existe: revisa fecha, responsable, firma y seguimiento.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64282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5669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C1E50"/>
                </a:solidFill>
                <a:latin typeface="DM Sans"/>
              </a:rPr>
              <a:t>Empresas que ya confían en Tazki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13385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5B6472"/>
                </a:solidFill>
                <a:latin typeface="DM Sans"/>
              </a:rPr>
              <a:t>Agro y acuicultura · 6 de las +150 que ya digitalizaron su prevención.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629" y="3704051"/>
            <a:ext cx="1419489" cy="1050096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8219" y="3704051"/>
            <a:ext cx="1419489" cy="1050096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6808" y="3704051"/>
            <a:ext cx="1419489" cy="1050096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5397" y="3704051"/>
            <a:ext cx="1419489" cy="1050096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3986" y="3704051"/>
            <a:ext cx="1419489" cy="1050096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32575" y="3704051"/>
            <a:ext cx="1419489" cy="10500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233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clipboard-text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Todo se firma en papel, en terreno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Charlas, checklists y capacitaciones en carpetas físicas por cada campo y centro. Consolidar la información es una pega aparte.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files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Las carpetas físicas se multiplican por centro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Cada centro de trabajo guarda sus propios documentos. Sin un lugar común, nadie tiene la foto completa de qué está al día.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gavel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Cuando fiscalizan, el respaldo tiene que estar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Capacitaciones, EPP y hallazgos firmados y al día. Reunir la evidencia de temporada, a mano y por centro, es contra el reloj.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377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map-pin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Cada centro de trabajo bajo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Dejas atrás las carpetas físicas: capacitaciones, EPP y hallazgos de cada campo y planta en un solo panel, sin importar la distancia.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