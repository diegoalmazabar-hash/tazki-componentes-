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AGRO Y PESCA. Foco: Prevención digital en campo y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ag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digital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campo y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contratistas e investigación de accidentes de cada centro de trabajo, con firma electrónica en la app y trazabilidad.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Agro · Pesca · Agroindustria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agro · pesca · agroindustria que ya digitalizaron su prevención con nosotros.</a:t>
            </a:r>
          </a:p>
        </p:txBody>
      </p:sp>
      <p:pic>
        <p:nvPicPr>
          <p:cNvPr id="4" name="Picture 3" descr="wall_a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33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clipboard-text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Todo se firma en papel, en terreno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capacitaciones en carpetas físicas por cada campo y centro. Consolidar la información es una pega aparte.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Las carpetas físicas se multiplican por centro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Cada centro de trabajo guarda sus propios documentos. Sin un lugar común, nadie tiene la foto completa de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fiscalizan,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hallazgos firmados y al día. Reunir la evidencia de temporada, a mano y por centro, es contra el reloj.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77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Cada centro de trabajo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Dejas atrás las carpetas físicas: capacitaciones, EPP y hallazgos de cada campo y planta en un solo panel, sin importar la distancia.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