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7" r:id="rId19"/>
    <p:sldId id="268" r:id="rId20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CORE. Foco: Escudo legal ante fiscalización.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que te respalda ante la DT.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capacitaciones, inspecciones y hallazgos, con firma electrónica y trazabilidad. Todo tu sistema de prevención,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Minería · Manufactura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construcción · minería · manufactura que ya digitalizaron su prevención con nosotros.</a:t>
            </a:r>
          </a:p>
        </p:txBody>
      </p:sp>
      <p:pic>
        <p:nvPicPr>
          <p:cNvPr id="4" name="Picture 3" descr="wall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43586"/>
            <a:ext cx="9966960" cy="21253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entrega de EPP, capacitaciones. Cuando están repartidos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