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PLANCORE. Foco: Toda tu prevención en un solo lugar.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plan-c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toda tu operación.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capacitaciones, inspecciones y hallazgos, con firma electrónica y trazabilidad. Todo tu sistema de prevención,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Para cualquier rubro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para cualquier rubro que ya digitalizaron su prevención con nosotros.</a:t>
            </a:r>
          </a:p>
        </p:txBody>
      </p:sp>
      <p:pic>
        <p:nvPicPr>
          <p:cNvPr id="4" name="Picture 3" descr="wall_plan-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81608"/>
            <a:ext cx="9966960" cy="284926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08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capacitaciones e inspecciones. Cuando están repartidas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71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124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shield-check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7296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grid-four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calendar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38744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users-three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59467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wrench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om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