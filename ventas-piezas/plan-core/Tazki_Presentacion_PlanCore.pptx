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1" r:id="rId23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PLANCORE. Foco: Toda tu prevención en un solo lugar.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47.png"/><Relationship Id="rId10" Type="http://schemas.openxmlformats.org/officeDocument/2006/relationships/image" Target="../media/image48.png"/><Relationship Id="rId11" Type="http://schemas.openxmlformats.org/officeDocument/2006/relationships/image" Target="../media/image49.png"/><Relationship Id="rId12" Type="http://schemas.openxmlformats.org/officeDocument/2006/relationships/image" Target="../media/image50.png"/><Relationship Id="rId13" Type="http://schemas.openxmlformats.org/officeDocument/2006/relationships/image" Target="../media/image51.png"/><Relationship Id="rId14" Type="http://schemas.openxmlformats.org/officeDocument/2006/relationships/image" Target="../media/image52.png"/><Relationship Id="rId15" Type="http://schemas.openxmlformats.org/officeDocument/2006/relationships/image" Target="../media/image53.png"/><Relationship Id="rId16" Type="http://schemas.openxmlformats.org/officeDocument/2006/relationships/image" Target="../media/image54.png"/><Relationship Id="rId17" Type="http://schemas.openxmlformats.org/officeDocument/2006/relationships/image" Target="../media/image55.png"/><Relationship Id="rId18" Type="http://schemas.openxmlformats.org/officeDocument/2006/relationships/image" Target="../media/image56.png"/><Relationship Id="rId19" Type="http://schemas.openxmlformats.org/officeDocument/2006/relationships/image" Target="../media/image57.png"/><Relationship Id="rId20" Type="http://schemas.openxmlformats.org/officeDocument/2006/relationships/image" Target="../media/image58.png"/><Relationship Id="rId21" Type="http://schemas.openxmlformats.org/officeDocument/2006/relationships/image" Target="../media/image59.png"/><Relationship Id="rId22" Type="http://schemas.openxmlformats.org/officeDocument/2006/relationships/image" Target="../media/image60.png"/><Relationship Id="rId23" Type="http://schemas.openxmlformats.org/officeDocument/2006/relationships/image" Target="../media/image61.png"/><Relationship Id="rId24" Type="http://schemas.openxmlformats.org/officeDocument/2006/relationships/image" Target="../media/image62.png"/><Relationship Id="rId25" Type="http://schemas.openxmlformats.org/officeDocument/2006/relationships/image" Target="../media/image63.png"/><Relationship Id="rId26" Type="http://schemas.openxmlformats.org/officeDocument/2006/relationships/image" Target="../media/image64.png"/><Relationship Id="rId27" Type="http://schemas.openxmlformats.org/officeDocument/2006/relationships/image" Target="../media/image65.png"/><Relationship Id="rId28" Type="http://schemas.openxmlformats.org/officeDocument/2006/relationships/image" Target="../media/image66.png"/><Relationship Id="rId29" Type="http://schemas.openxmlformats.org/officeDocument/2006/relationships/image" Target="../media/image67.png"/><Relationship Id="rId30" Type="http://schemas.openxmlformats.org/officeDocument/2006/relationships/image" Target="../media/image68.png"/><Relationship Id="rId31" Type="http://schemas.openxmlformats.org/officeDocument/2006/relationships/image" Target="../media/image6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rcRect l="1" r="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El software de prevención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para toda tu operación.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inducciones, capacitaciones, inspecciones y hallazgos, con firma electrónica y trazabilidad. Todo tu sistema de prevención, en un solo lugar.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Para cualquier rubro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C1E5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0"/>
            <a:ext cx="402336" cy="6858000"/>
          </a:xfrm>
          <a:prstGeom prst="rect">
            <a:avLst/>
          </a:prstGeom>
          <a:solidFill>
            <a:srgbClr val="0C1E5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79008" y="0"/>
            <a:ext cx="402336" cy="6858000"/>
          </a:xfrm>
          <a:prstGeom prst="rect">
            <a:avLst/>
          </a:prstGeom>
          <a:solidFill>
            <a:srgbClr val="0C1E50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3056" y="0"/>
            <a:ext cx="402336" cy="6858000"/>
          </a:xfrm>
          <a:prstGeom prst="rect">
            <a:avLst/>
          </a:prstGeom>
          <a:solidFill>
            <a:srgbClr val="0C1E50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47104" y="0"/>
            <a:ext cx="402336" cy="6858000"/>
          </a:xfrm>
          <a:prstGeom prst="rect">
            <a:avLst/>
          </a:prstGeom>
          <a:solidFill>
            <a:srgbClr val="0C1E50">
              <a:alpha val="6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31152" y="0"/>
            <a:ext cx="402336" cy="6858000"/>
          </a:xfrm>
          <a:prstGeom prst="rect">
            <a:avLst/>
          </a:prstGeom>
          <a:solidFill>
            <a:srgbClr val="0C1E50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402336" cy="6858000"/>
          </a:xfrm>
          <a:prstGeom prst="rect">
            <a:avLst/>
          </a:prstGeom>
          <a:solidFill>
            <a:srgbClr val="0C1E50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9248" y="0"/>
            <a:ext cx="402336" cy="6858000"/>
          </a:xfrm>
          <a:prstGeom prst="rect">
            <a:avLst/>
          </a:prstGeom>
          <a:solidFill>
            <a:srgbClr val="0C1E50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0"/>
            <a:ext cx="402336" cy="6858000"/>
          </a:xfrm>
          <a:prstGeom prst="rect">
            <a:avLst/>
          </a:prstGeom>
          <a:solidFill>
            <a:srgbClr val="0C1E50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7344" y="0"/>
            <a:ext cx="402336" cy="6858000"/>
          </a:xfrm>
          <a:prstGeom prst="rect">
            <a:avLst/>
          </a:prstGeom>
          <a:solidFill>
            <a:srgbClr val="0C1E50">
              <a:alpha val="2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0"/>
            <a:ext cx="402336" cy="6858000"/>
          </a:xfrm>
          <a:prstGeom prst="rect">
            <a:avLst/>
          </a:prstGeom>
          <a:solidFill>
            <a:srgbClr val="0C1E50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12191695" cy="2148840"/>
          </a:xfrm>
          <a:prstGeom prst="rect">
            <a:avLst/>
          </a:prstGeom>
          <a:solidFill>
            <a:srgbClr val="0C1E50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05156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310128"/>
            <a:ext cx="5577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Empresas de todos los rubros · 28 de las +150 que ya digitalizaron su prevención.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41" y="1922089"/>
            <a:ext cx="1416466" cy="1047861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0032" y="1922089"/>
            <a:ext cx="1416466" cy="1047861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8823" y="1922089"/>
            <a:ext cx="1416466" cy="1047861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7614" y="1922089"/>
            <a:ext cx="1416466" cy="1047861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6404" y="1922089"/>
            <a:ext cx="1416466" cy="1047861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5195" y="1922089"/>
            <a:ext cx="1416466" cy="1047861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63986" y="1922089"/>
            <a:ext cx="1416466" cy="1047861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1241" y="3110809"/>
            <a:ext cx="1416466" cy="1047861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70032" y="3110809"/>
            <a:ext cx="1416466" cy="1047861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8823" y="3110809"/>
            <a:ext cx="1416466" cy="1047861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87614" y="3110809"/>
            <a:ext cx="1416466" cy="1047861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46404" y="3110809"/>
            <a:ext cx="1416466" cy="1047861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05195" y="3110809"/>
            <a:ext cx="1416466" cy="1047861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63986" y="3110809"/>
            <a:ext cx="1416466" cy="1047861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1241" y="4299529"/>
            <a:ext cx="1416466" cy="1047861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70032" y="4299529"/>
            <a:ext cx="1416466" cy="1047861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828823" y="4311511"/>
            <a:ext cx="1416466" cy="1023896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87614" y="4299529"/>
            <a:ext cx="1416466" cy="1047861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46404" y="4299529"/>
            <a:ext cx="1416466" cy="1047861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05195" y="4299529"/>
            <a:ext cx="1416466" cy="1047861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63986" y="4299529"/>
            <a:ext cx="1416466" cy="1047861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11241" y="5488249"/>
            <a:ext cx="1416466" cy="1047861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270032" y="5488249"/>
            <a:ext cx="1416466" cy="1047861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28823" y="5488249"/>
            <a:ext cx="1416466" cy="1047861"/>
          </a:xfrm>
          <a:prstGeom prst="rect">
            <a:avLst/>
          </a:prstGeom>
        </p:spPr>
      </p:pic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387614" y="5488249"/>
            <a:ext cx="1416466" cy="1047861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946404" y="5488249"/>
            <a:ext cx="1416466" cy="1047861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505195" y="5488249"/>
            <a:ext cx="1416466" cy="1047861"/>
          </a:xfrm>
          <a:prstGeom prst="rect">
            <a:avLst/>
          </a:prstGeom>
        </p:spPr>
      </p:pic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063986" y="5488249"/>
            <a:ext cx="1416466" cy="10478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6087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Se te va el día en papeleo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Entre firmas, planillas y documentos escaneados, queda poco tiempo para estar en terreno, que es donde de verdad se previene.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 te fiscaliza la DT, ¿está todo a mano?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ODI, capacitaciones e inspecciones. Cuando están repartidas en carpetas y correos, responder a tiempo se hace cuesta arriba.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magnifying-glas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pasa un accidente, el respaldo tiene que estar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Ante algo grave se revisa todo. Si la documentación quedó incompleta, la empresa queda expuesta.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2717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gavel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Menos exposición legal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Con todo registrado y al día, enfrentas una fiscalización o un accidente con la carpeta completa.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5124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84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6572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shield-check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97296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grid-four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020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calendar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38744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users-three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59467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wrench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com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