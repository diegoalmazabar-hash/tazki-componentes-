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1" r:id="rId23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Portada · ICP PLANCORE. Foco: Toda tu prevención en un solo lugar. Hero reemplazable.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Prueba social al inicio: logos reales de clientes de este ICP.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dolores principales (situaciones frecuentes, no diagnóstico cerrado). Imagen y copy editables.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Ventajas: cómo ayuda el software. La 4a card se adapta al foco del ICP.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Transición a los módulos.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Inducciones. [Clave para este ICP]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Hallazgos.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Capacitaciones. [Clave para este ICP]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Inspecciones.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ART / AST.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MIPER.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Programa de gestión.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Comité Paritario.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Insumos y Maquinaria.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Cierre/CTA.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21.png"/><Relationship Id="rId1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gif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gif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gif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gif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gif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gif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_plan-co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tazki-wordmark-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640080"/>
            <a:ext cx="2377440" cy="8745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697480"/>
            <a:ext cx="7589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El software de prevención</a:t>
            </a:r>
          </a:p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para toda tu operación.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7040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500" b="0">
                <a:solidFill>
                  <a:srgbClr val="DDE6F5"/>
                </a:solidFill>
                <a:latin typeface="DM Sans"/>
                <a:cs typeface="DM Sans"/>
              </a:rPr>
              <a:t>Centraliza inducciones, capacitaciones, inspecciones y hallazgos, con firma electrónica y trazabilidad. Todo tu sistema de prevención, en un solo lugar.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45352"/>
            <a:ext cx="12191695" cy="612648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245352"/>
            <a:ext cx="731520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FFFFFF"/>
                </a:solidFill>
                <a:latin typeface="DM Sans"/>
                <a:cs typeface="DM Sans"/>
              </a:rPr>
              <a:t>+150 empresas confían en Tazki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6245352"/>
            <a:ext cx="370332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0">
                <a:solidFill>
                  <a:srgbClr val="CFE0FA"/>
                </a:solidFill>
                <a:latin typeface="DM Sans"/>
                <a:cs typeface="DM Sans"/>
              </a:rPr>
              <a:t>Para cualquier rubro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0C1E50"/>
                </a:solidFill>
                <a:latin typeface="DM Sans"/>
                <a:cs typeface="DM Sans"/>
              </a:rPr>
              <a:t>Empresas que ya confían en Tazki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50" b="0">
                <a:solidFill>
                  <a:srgbClr val="5B6472"/>
                </a:solidFill>
                <a:latin typeface="DM Sans"/>
                <a:cs typeface="DM Sans"/>
              </a:rPr>
              <a:t>Operaciones de para cualquier rubro que ya digitalizaron su prevención con nosotros.</a:t>
            </a:r>
          </a:p>
        </p:txBody>
      </p:sp>
      <p:pic>
        <p:nvPicPr>
          <p:cNvPr id="4" name="Picture 3" descr="wall_plan-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781608"/>
            <a:ext cx="9966960" cy="284926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6087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LO QUE HOY TE COMPLICA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Tres cosas que le pasan a casi todas las operaciones.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4300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files-8F4799-1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017520"/>
            <a:ext cx="594360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Se te va el día en papeleo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Entre firmas, planillas y documentos escaneados, queda poco tiempo para estar en terreno, que es donde de verdad se previene.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8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gavel-8F4799-1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017520"/>
            <a:ext cx="594360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Si te fiscaliza la DT, ¿está todo a mano?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ODI, capacitaciones e inspecciones. Cuando están repartidas en carpetas y correos, responder a tiempo se hace cuesta arriba.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6676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magnifying-glass-8F4799-1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3017520"/>
            <a:ext cx="594360" cy="594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36676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Cuando pasa un accidente, el respaldo tiene que estar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Ante algo grave se revisa todo. Si la documentación quedó incompleta, la empresa queda expuesta.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2717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ASÍ TE AYUDA TAZKI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De la planilla al control real de tu prevención.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2688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stack-1537D1-1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907792"/>
            <a:ext cx="548640" cy="548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2688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Todo en un solo lugar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Reúne documentos, firmas y registros de tu prevención en una plataforma. Se acabó buscar en carpetas y correos.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3320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seal-check-1537D1-1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2191" y="2907792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03320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Respaldo cuando lo necesitas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8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Cada registro queda con firma electrónica y trazabilidad, con el respaldo de la Resolución 908 de la Dirección del Trabajo.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1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73951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device-mobile-1537D1-18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3" y="2907792"/>
            <a:ext cx="548640" cy="5486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3951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Prevención en terreno, desde el celular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Tu equipo levanta hallazgos, inspecciones y firmas donde ocurre el trabajo. Si no hay señal, se sincroniza al recuperar conexión.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0263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44584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uo-gavel-1537D1-18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3455" y="2907792"/>
            <a:ext cx="548640" cy="5486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244584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Menos exposición legal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Con todo registrado y al día, enfrentas una fiscalización o un accidente con la carpeta completa.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234440"/>
            <a:ext cx="2286000" cy="8409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651760"/>
            <a:ext cx="9966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>
                <a:solidFill>
                  <a:srgbClr val="FFFFFF"/>
                </a:solidFill>
                <a:latin typeface="DM Sans"/>
                <a:cs typeface="DM Sans"/>
              </a:rPr>
              <a:t>Un software modular, para cada proceso de tu prevención.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6052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Activa lo que tu operación necesita. Todo comparte datos, trazabilidad y firma.</a:t>
            </a:r>
          </a:p>
        </p:txBody>
      </p:sp>
      <p:pic>
        <p:nvPicPr>
          <p:cNvPr id="5" name="Picture 4" descr="duo-identification-card-B865C1-1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212080"/>
            <a:ext cx="566928" cy="566928"/>
          </a:xfrm>
          <a:prstGeom prst="rect">
            <a:avLst/>
          </a:prstGeom>
        </p:spPr>
      </p:pic>
      <p:pic>
        <p:nvPicPr>
          <p:cNvPr id="6" name="Picture 5" descr="duo-warning-B865C1-18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5124" y="5212080"/>
            <a:ext cx="566928" cy="566928"/>
          </a:xfrm>
          <a:prstGeom prst="rect">
            <a:avLst/>
          </a:prstGeom>
        </p:spPr>
      </p:pic>
      <p:pic>
        <p:nvPicPr>
          <p:cNvPr id="7" name="Picture 6" descr="duo-chalkboard-teacher-B865C1-18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5848" y="5212080"/>
            <a:ext cx="566928" cy="566928"/>
          </a:xfrm>
          <a:prstGeom prst="rect">
            <a:avLst/>
          </a:prstGeom>
        </p:spPr>
      </p:pic>
      <p:pic>
        <p:nvPicPr>
          <p:cNvPr id="8" name="Picture 7" descr="duo-clipboard-text-B865C1-18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6572" y="5212080"/>
            <a:ext cx="566928" cy="566928"/>
          </a:xfrm>
          <a:prstGeom prst="rect">
            <a:avLst/>
          </a:prstGeom>
        </p:spPr>
      </p:pic>
      <p:pic>
        <p:nvPicPr>
          <p:cNvPr id="9" name="Picture 8" descr="duo-shield-check-B865C1-18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97296" y="5212080"/>
            <a:ext cx="566928" cy="566928"/>
          </a:xfrm>
          <a:prstGeom prst="rect">
            <a:avLst/>
          </a:prstGeom>
        </p:spPr>
      </p:pic>
      <p:pic>
        <p:nvPicPr>
          <p:cNvPr id="10" name="Picture 9" descr="duo-grid-four-B865C1-18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18020" y="5212080"/>
            <a:ext cx="566928" cy="566928"/>
          </a:xfrm>
          <a:prstGeom prst="rect">
            <a:avLst/>
          </a:prstGeom>
        </p:spPr>
      </p:pic>
      <p:pic>
        <p:nvPicPr>
          <p:cNvPr id="11" name="Picture 10" descr="duo-calendar-check-B865C1-18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38744" y="5212080"/>
            <a:ext cx="566928" cy="566928"/>
          </a:xfrm>
          <a:prstGeom prst="rect">
            <a:avLst/>
          </a:prstGeom>
        </p:spPr>
      </p:pic>
      <p:pic>
        <p:nvPicPr>
          <p:cNvPr id="12" name="Picture 11" descr="duo-users-three-B865C1-18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459467" y="5212080"/>
            <a:ext cx="566928" cy="566928"/>
          </a:xfrm>
          <a:prstGeom prst="rect">
            <a:avLst/>
          </a:prstGeom>
        </p:spPr>
      </p:pic>
      <p:pic>
        <p:nvPicPr>
          <p:cNvPr id="13" name="Picture 12" descr="duo-wrench-B865C1-186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80192" y="521208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identification-card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Inducciones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obligatoria firmada digitalmente y centralizada por colaborador.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VESTIDO_evalu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arning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Hallazgos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Gestiona el ciclo de acciones y condiciones inseguras hasta su cierre.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hallazg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halkboard-teache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Capacitaciones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Calendariza charlas, registra asistencia y respalda la firma de cada participante.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VESTIDO_capacit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lipboard-tex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Inspecciones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Identifica y corrige riesgos en terreno, desde el celular del supervisor.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peccion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shield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ART / 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Análisis de riesgo digital con firma de todos los participantes en terreno.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art-as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grid-fou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MIPER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Matriz de identificación de peligros y evaluación de riesgos, digitalizada y siempre actualizada.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mipe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alendar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Programa de gestión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Planifica las actividades preventivas del período y controla su cumplimiento.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programa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users-three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Comité Paritario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Digitaliza actas, reuniones y acuerdos del comité paritario, con respaldo.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com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rench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Insumos y Maquinaria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de insumos y el historial documental de maquinarias.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um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2194560" cy="80728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82880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Pongamos tu prevención</a:t>
            </a:r>
          </a:p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al día, hoy.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28.423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horas hombre devueltas a terreno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210.393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5312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EPP entregados con firma digital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+150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6500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empresas confían en Tazki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577840"/>
            <a:ext cx="2286000" cy="713232"/>
          </a:xfrm>
          <a:prstGeom prst="roundRect">
            <a:avLst>
              <a:gd name="adj" fmla="val 50000"/>
            </a:avLst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577840"/>
            <a:ext cx="2286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600" b="1">
                <a:solidFill>
                  <a:srgbClr val="FFFFFF"/>
                </a:solidFill>
                <a:latin typeface="DM Sans"/>
                <a:cs typeface="DM Sans"/>
              </a:rPr>
              <a:t>Conversemos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5577840"/>
            <a:ext cx="5486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tazki.cl/contactanos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" y="6784848"/>
            <a:ext cx="274320" cy="54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00" b="0">
                <a:solidFill>
                  <a:srgbClr val="FFFFFF"/>
                </a:solidFill>
                <a:latin typeface="DM Sans"/>
              </a:rPr>
              <a:t>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1537D1"/>
                </a:solidFill>
                <a:latin typeface="DM Sans"/>
              </a:rPr>
              <a:t>EL CONTEXTO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2412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0C1E50"/>
                </a:solidFill>
                <a:latin typeface="DM Sans"/>
              </a:rPr>
              <a:t>El DS 44 cambió lo que se te exige:</a:t>
            </a:r>
          </a:p>
          <a:p>
            <a:pPr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0C1E50"/>
                </a:solidFill>
                <a:latin typeface="DM Sans"/>
              </a:rPr>
              <a:t>ya no basta con tener los papeles.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93392"/>
            <a:ext cx="9692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450" b="0">
                <a:solidFill>
                  <a:srgbClr val="5B6472"/>
                </a:solidFill>
                <a:latin typeface="DM Sans"/>
              </a:rPr>
              <a:t>Desde 2025 la prevención dejó de medirse por documentos archivados y pasó a medirse por gestión demostrable. Estas son las tres exigencias que cambiaron el día a día.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880360"/>
            <a:ext cx="3429000" cy="2514600"/>
          </a:xfrm>
          <a:prstGeom prst="roundRect">
            <a:avLst>
              <a:gd name="adj" fmla="val 45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1143000" y="32004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43000" y="32918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1537D1"/>
                </a:solidFill>
                <a:latin typeface="DM San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840480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0C1E50"/>
                </a:solidFill>
                <a:latin typeface="DM Sans"/>
              </a:rPr>
              <a:t>La ODI se convirtió en IRL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1288" y="4407408"/>
            <a:ext cx="277063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B6472"/>
                </a:solidFill>
                <a:latin typeface="DM Sans"/>
              </a:rPr>
              <a:t>Ahora hay que informar los riesgos de cada puesto de trabajo, dejar firma de que la persona los conoció y actualizar esa información cada vez que el riesgo o la tarea cambian.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880360"/>
            <a:ext cx="3429000" cy="2514600"/>
          </a:xfrm>
          <a:prstGeom prst="roundRect">
            <a:avLst>
              <a:gd name="adj" fmla="val 45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79" y="32004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754879" y="32918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1537D1"/>
                </a:solidFill>
                <a:latin typeface="DM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3840480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0C1E50"/>
                </a:solidFill>
                <a:latin typeface="DM Sans"/>
              </a:rPr>
              <a:t>La MIPER manda el programa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73168" y="4407408"/>
            <a:ext cx="277063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B6472"/>
                </a:solidFill>
                <a:latin typeface="DM Sans"/>
              </a:rPr>
              <a:t>La matriz de peligros define el programa de trabajo preventivo, y ese programa debe elaborarse o modificarse dentro de los 30 días siguientes a confeccionar o actualizar la matriz.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2880360"/>
            <a:ext cx="3429000" cy="2514600"/>
          </a:xfrm>
          <a:prstGeom prst="roundRect">
            <a:avLst>
              <a:gd name="adj" fmla="val 45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366760" y="32004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366760" y="32918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1537D1"/>
                </a:solidFill>
                <a:latin typeface="DM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3840480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0C1E50"/>
                </a:solidFill>
                <a:latin typeface="DM Sans"/>
              </a:rPr>
              <a:t>La fiscalización pide evidencia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5048" y="4407408"/>
            <a:ext cx="277063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B6472"/>
                </a:solidFill>
                <a:latin typeface="DM Sans"/>
              </a:rPr>
              <a:t>El Formulario Único de Fiscalización no revisa si el documento existe: revisa fecha, responsable, firma y seguimiento. Sin trazabilidad, no hay cómo demostrar la gestión.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5943600"/>
            <a:ext cx="12188952" cy="914400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245352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DM Sans"/>
              </a:rPr>
              <a:t>Tazki es donde esa gestión queda registrada, al día y lista para mostrar.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