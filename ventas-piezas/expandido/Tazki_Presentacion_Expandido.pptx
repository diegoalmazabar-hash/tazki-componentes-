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EXPANDIDO. Foco: Profesionalizar sin parar la faena.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mage61.png"/><Relationship Id="rId15" Type="http://schemas.openxmlformats.org/officeDocument/2006/relationships/image" Target="../media/image62.png"/><Relationship Id="rId16" Type="http://schemas.openxmlformats.org/officeDocument/2006/relationships/image" Target="../media/image63.png"/><Relationship Id="rId17" Type="http://schemas.openxmlformats.org/officeDocument/2006/relationships/image" Target="../media/image64.png"/><Relationship Id="rId18" Type="http://schemas.openxmlformats.org/officeDocument/2006/relationships/image" Target="../media/image65.png"/><Relationship Id="rId19" Type="http://schemas.openxmlformats.org/officeDocument/2006/relationships/image" Target="../media/image66.png"/><Relationship Id="rId20" Type="http://schemas.openxmlformats.org/officeDocument/2006/relationships/image" Target="../media/image67.png"/><Relationship Id="rId21" Type="http://schemas.openxmlformats.org/officeDocument/2006/relationships/image" Target="../media/image68.png"/><Relationship Id="rId22" Type="http://schemas.openxmlformats.org/officeDocument/2006/relationships/image" Target="../media/image69.png"/><Relationship Id="rId23" Type="http://schemas.openxmlformats.org/officeDocument/2006/relationships/image" Target="../media/image70.png"/><Relationship Id="rId24" Type="http://schemas.openxmlformats.org/officeDocument/2006/relationships/image" Target="../media/image71.png"/><Relationship Id="rId25" Type="http://schemas.openxmlformats.org/officeDocument/2006/relationships/image" Target="../media/image72.png"/><Relationship Id="rId26" Type="http://schemas.openxmlformats.org/officeDocument/2006/relationships/image" Target="../media/image73.png"/><Relationship Id="rId27" Type="http://schemas.openxmlformats.org/officeDocument/2006/relationships/image" Target="../media/image74.png"/><Relationship Id="rId28" Type="http://schemas.openxmlformats.org/officeDocument/2006/relationships/image" Target="../media/image75.png"/><Relationship Id="rId29" Type="http://schemas.openxmlformats.org/officeDocument/2006/relationships/image" Target="../media/image76.png"/><Relationship Id="rId30" Type="http://schemas.openxmlformats.org/officeDocument/2006/relationships/image" Target="../media/image77.png"/><Relationship Id="rId31" Type="http://schemas.openxmlformats.org/officeDocument/2006/relationships/image" Target="../media/image7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" name="Picture 8" descr="11_construction_team_briefing_on_site.jpeg"/>
          <p:cNvPicPr>
            <a:picLocks noChangeAspect="1"/>
          </p:cNvPicPr>
          <p:nvPr/>
        </p:nvPicPr>
        <p:blipFill>
          <a:blip r:embed="rId5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Profesionaliza tu prevención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sin parar la faena.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Digitaliza inspecciones, MIPER y el programa de gestión, y controla el cumplimiento del período sin sumar carga administrativa.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Faena y minería mediana · Construcción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ndustrial_safety_briefing_in_progress.jpe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C1E5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932688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7248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Empresas de todos los rubros · 28 de las +150 que ya digitalizaron su prevención.</a:t>
            </a:r>
          </a:p>
        </p:txBody>
      </p:sp>
      <p:pic>
        <p:nvPicPr>
          <p:cNvPr id="7" name="Picture 6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41" y="1922089"/>
            <a:ext cx="1416466" cy="1047861"/>
          </a:xfrm>
          <a:prstGeom prst="rect">
            <a:avLst/>
          </a:prstGeom>
        </p:spPr>
      </p:pic>
      <p:pic>
        <p:nvPicPr>
          <p:cNvPr id="8" name="Picture 7" descr="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0032" y="1922089"/>
            <a:ext cx="1416466" cy="1047861"/>
          </a:xfrm>
          <a:prstGeom prst="rect">
            <a:avLst/>
          </a:prstGeom>
        </p:spPr>
      </p:pic>
      <p:pic>
        <p:nvPicPr>
          <p:cNvPr id="9" name="Picture 8" descr="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8823" y="1922089"/>
            <a:ext cx="1416466" cy="1047861"/>
          </a:xfrm>
          <a:prstGeom prst="rect">
            <a:avLst/>
          </a:prstGeom>
        </p:spPr>
      </p:pic>
      <p:pic>
        <p:nvPicPr>
          <p:cNvPr id="10" name="Picture 9" descr="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7614" y="1922089"/>
            <a:ext cx="1416466" cy="1047861"/>
          </a:xfrm>
          <a:prstGeom prst="rect">
            <a:avLst/>
          </a:prstGeom>
        </p:spPr>
      </p:pic>
      <p:pic>
        <p:nvPicPr>
          <p:cNvPr id="11" name="Picture 10" descr="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6404" y="1922089"/>
            <a:ext cx="1416466" cy="1047861"/>
          </a:xfrm>
          <a:prstGeom prst="rect">
            <a:avLst/>
          </a:prstGeom>
        </p:spPr>
      </p:pic>
      <p:pic>
        <p:nvPicPr>
          <p:cNvPr id="12" name="Picture 11" descr="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5195" y="1922089"/>
            <a:ext cx="1416466" cy="1047861"/>
          </a:xfrm>
          <a:prstGeom prst="rect">
            <a:avLst/>
          </a:prstGeom>
        </p:spPr>
      </p:pic>
      <p:pic>
        <p:nvPicPr>
          <p:cNvPr id="13" name="Picture 12" descr="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63986" y="1922089"/>
            <a:ext cx="1416466" cy="1047861"/>
          </a:xfrm>
          <a:prstGeom prst="rect">
            <a:avLst/>
          </a:prstGeom>
        </p:spPr>
      </p:pic>
      <p:pic>
        <p:nvPicPr>
          <p:cNvPr id="14" name="Picture 13" descr="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1241" y="3110809"/>
            <a:ext cx="1416466" cy="1047861"/>
          </a:xfrm>
          <a:prstGeom prst="rect">
            <a:avLst/>
          </a:prstGeom>
        </p:spPr>
      </p:pic>
      <p:pic>
        <p:nvPicPr>
          <p:cNvPr id="15" name="Picture 14" descr="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70032" y="3110809"/>
            <a:ext cx="1416466" cy="1047861"/>
          </a:xfrm>
          <a:prstGeom prst="rect">
            <a:avLst/>
          </a:prstGeom>
        </p:spPr>
      </p:pic>
      <p:pic>
        <p:nvPicPr>
          <p:cNvPr id="16" name="Picture 15" descr="1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8823" y="3110809"/>
            <a:ext cx="1416466" cy="1047861"/>
          </a:xfrm>
          <a:prstGeom prst="rect">
            <a:avLst/>
          </a:prstGeom>
        </p:spPr>
      </p:pic>
      <p:pic>
        <p:nvPicPr>
          <p:cNvPr id="17" name="Picture 16" descr="1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87614" y="3110809"/>
            <a:ext cx="1416466" cy="1047861"/>
          </a:xfrm>
          <a:prstGeom prst="rect">
            <a:avLst/>
          </a:prstGeom>
        </p:spPr>
      </p:pic>
      <p:pic>
        <p:nvPicPr>
          <p:cNvPr id="18" name="Picture 17" descr="1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46404" y="3110809"/>
            <a:ext cx="1416466" cy="1047861"/>
          </a:xfrm>
          <a:prstGeom prst="rect">
            <a:avLst/>
          </a:prstGeom>
        </p:spPr>
      </p:pic>
      <p:pic>
        <p:nvPicPr>
          <p:cNvPr id="19" name="Picture 18" descr="1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505195" y="3110809"/>
            <a:ext cx="1416466" cy="1047861"/>
          </a:xfrm>
          <a:prstGeom prst="rect">
            <a:avLst/>
          </a:prstGeom>
        </p:spPr>
      </p:pic>
      <p:pic>
        <p:nvPicPr>
          <p:cNvPr id="20" name="Picture 19" descr="1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63986" y="3110809"/>
            <a:ext cx="1416466" cy="1047861"/>
          </a:xfrm>
          <a:prstGeom prst="rect">
            <a:avLst/>
          </a:prstGeom>
        </p:spPr>
      </p:pic>
      <p:pic>
        <p:nvPicPr>
          <p:cNvPr id="21" name="Picture 20" descr="1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1241" y="4299529"/>
            <a:ext cx="1416466" cy="1047861"/>
          </a:xfrm>
          <a:prstGeom prst="rect">
            <a:avLst/>
          </a:prstGeom>
        </p:spPr>
      </p:pic>
      <p:pic>
        <p:nvPicPr>
          <p:cNvPr id="22" name="Picture 21" descr="16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270032" y="4299529"/>
            <a:ext cx="1416466" cy="1047861"/>
          </a:xfrm>
          <a:prstGeom prst="rect">
            <a:avLst/>
          </a:prstGeom>
        </p:spPr>
      </p:pic>
      <p:pic>
        <p:nvPicPr>
          <p:cNvPr id="23" name="Picture 22" descr="17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828823" y="4311511"/>
            <a:ext cx="1416466" cy="1023896"/>
          </a:xfrm>
          <a:prstGeom prst="rect">
            <a:avLst/>
          </a:prstGeom>
        </p:spPr>
      </p:pic>
      <p:pic>
        <p:nvPicPr>
          <p:cNvPr id="24" name="Picture 23" descr="18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387614" y="4299529"/>
            <a:ext cx="1416466" cy="1047861"/>
          </a:xfrm>
          <a:prstGeom prst="rect">
            <a:avLst/>
          </a:prstGeom>
        </p:spPr>
      </p:pic>
      <p:pic>
        <p:nvPicPr>
          <p:cNvPr id="25" name="Picture 24" descr="19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46404" y="4299529"/>
            <a:ext cx="1416466" cy="1047861"/>
          </a:xfrm>
          <a:prstGeom prst="rect">
            <a:avLst/>
          </a:prstGeom>
        </p:spPr>
      </p:pic>
      <p:pic>
        <p:nvPicPr>
          <p:cNvPr id="26" name="Picture 25" descr="20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05195" y="4299529"/>
            <a:ext cx="1416466" cy="1047861"/>
          </a:xfrm>
          <a:prstGeom prst="rect">
            <a:avLst/>
          </a:prstGeom>
        </p:spPr>
      </p:pic>
      <p:pic>
        <p:nvPicPr>
          <p:cNvPr id="27" name="Picture 26" descr="21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063986" y="4299529"/>
            <a:ext cx="1416466" cy="1047861"/>
          </a:xfrm>
          <a:prstGeom prst="rect">
            <a:avLst/>
          </a:prstGeom>
        </p:spPr>
      </p:pic>
      <p:pic>
        <p:nvPicPr>
          <p:cNvPr id="28" name="Picture 27" descr="22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11241" y="5488249"/>
            <a:ext cx="1416466" cy="1047861"/>
          </a:xfrm>
          <a:prstGeom prst="rect">
            <a:avLst/>
          </a:prstGeom>
        </p:spPr>
      </p:pic>
      <p:pic>
        <p:nvPicPr>
          <p:cNvPr id="29" name="Picture 28" descr="23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270032" y="5488249"/>
            <a:ext cx="1416466" cy="1047861"/>
          </a:xfrm>
          <a:prstGeom prst="rect">
            <a:avLst/>
          </a:prstGeom>
        </p:spPr>
      </p:pic>
      <p:pic>
        <p:nvPicPr>
          <p:cNvPr id="30" name="Picture 29" descr="24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28823" y="5488249"/>
            <a:ext cx="1416466" cy="1047861"/>
          </a:xfrm>
          <a:prstGeom prst="rect">
            <a:avLst/>
          </a:prstGeom>
        </p:spPr>
      </p:pic>
      <p:pic>
        <p:nvPicPr>
          <p:cNvPr id="31" name="Picture 30" descr="25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387614" y="5488249"/>
            <a:ext cx="1416466" cy="1047861"/>
          </a:xfrm>
          <a:prstGeom prst="rect">
            <a:avLst/>
          </a:prstGeom>
        </p:spPr>
      </p:pic>
      <p:pic>
        <p:nvPicPr>
          <p:cNvPr id="32" name="Picture 31" descr="26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946404" y="5488249"/>
            <a:ext cx="1416466" cy="1047861"/>
          </a:xfrm>
          <a:prstGeom prst="rect">
            <a:avLst/>
          </a:prstGeom>
        </p:spPr>
      </p:pic>
      <p:pic>
        <p:nvPicPr>
          <p:cNvPr id="33" name="Picture 32" descr="27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505195" y="5488249"/>
            <a:ext cx="1416466" cy="1047861"/>
          </a:xfrm>
          <a:prstGeom prst="rect">
            <a:avLst/>
          </a:prstGeom>
        </p:spPr>
      </p:pic>
      <p:pic>
        <p:nvPicPr>
          <p:cNvPr id="34" name="Picture 33" descr="28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063986" y="5488249"/>
            <a:ext cx="1416466" cy="10478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625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prevencionista termina haciendo de todo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Planillas, firmas, informes y terreno al mismo tiempo. Así cuesta enfocarse en lo importante: prevenir.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chart-line-up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 que servía con una faena se cae con diez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Al crecer, el Excel se desordena y ya nadie sabe con certeza qué está al día.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gauge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gerencia pide números y no los tienes a mano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Mostrar cómo va la gestión preventiva no debería tomarte días juntando datos de cada faena.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4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device-mobile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seal-check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auge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Datos para mostrar avance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Ves el estado de cada faena y llevas indicadores a la gerencia sin andar juntando planillas.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Demos el primer paso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hacia una prevención al día.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