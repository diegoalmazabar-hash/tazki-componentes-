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EXPANDIDO. Foco: Profesionalizar sin parar la faena.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expandi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Profesionaliza tu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parar la faena.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Digitaliza inspecciones, MIPER y el programa de gestión, y controla el cumplimiento del período sin sumar carga administrativa.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Faena y minería mediana · Construcción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faena y minería mediana · construcción que ya digitalizaron su prevención con nosotros.</a:t>
            </a:r>
          </a:p>
        </p:txBody>
      </p:sp>
      <p:pic>
        <p:nvPicPr>
          <p:cNvPr id="4" name="Picture 3" descr="wall_expand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73372"/>
            <a:ext cx="9966960" cy="26657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prevencionista termina haciendo de todo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firmas, informes y terreno al mismo tiempo. Así cuesta enfocarse en lo importante: prevenir.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hart-line-up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 que servía con una faena se cae con diez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Al crecer, el Excel se desordena y ya nadie sabe con certeza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uge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gerencia pide números y no los tienes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Mostrar cómo va la gestión preventiva no debería tomarte días juntando datos de cada faena.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device-mobile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seal-check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Datos para mostrar avance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cada faena y llevas indicadores a la gerencia sin andar juntando planillas.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