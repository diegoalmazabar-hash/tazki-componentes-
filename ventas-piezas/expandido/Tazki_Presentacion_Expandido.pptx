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EXPANDIDO. Foco: Profesionalizar sin parar la faena.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Relationship Id="rId20" Type="http://schemas.openxmlformats.org/officeDocument/2006/relationships/image" Target="../media/image67.png"/><Relationship Id="rId21" Type="http://schemas.openxmlformats.org/officeDocument/2006/relationships/image" Target="../media/image68.png"/><Relationship Id="rId22" Type="http://schemas.openxmlformats.org/officeDocument/2006/relationships/image" Target="../media/image69.png"/><Relationship Id="rId23" Type="http://schemas.openxmlformats.org/officeDocument/2006/relationships/image" Target="../media/image70.png"/><Relationship Id="rId24" Type="http://schemas.openxmlformats.org/officeDocument/2006/relationships/image" Target="../media/image71.png"/><Relationship Id="rId25" Type="http://schemas.openxmlformats.org/officeDocument/2006/relationships/image" Target="../media/image72.png"/><Relationship Id="rId26" Type="http://schemas.openxmlformats.org/officeDocument/2006/relationships/image" Target="../media/image73.png"/><Relationship Id="rId27" Type="http://schemas.openxmlformats.org/officeDocument/2006/relationships/image" Target="../media/image74.png"/><Relationship Id="rId28" Type="http://schemas.openxmlformats.org/officeDocument/2006/relationships/image" Target="../media/image75.png"/><Relationship Id="rId29" Type="http://schemas.openxmlformats.org/officeDocument/2006/relationships/image" Target="../media/image76.png"/><Relationship Id="rId30" Type="http://schemas.openxmlformats.org/officeDocument/2006/relationships/image" Target="../media/image77.png"/><Relationship Id="rId31" Type="http://schemas.openxmlformats.org/officeDocument/2006/relationships/image" Target="../media/image7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Profesionaliza tu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sin parar la faena.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Digitaliza inspecciones, MIPER y el programa de gestión, y controla el cumplimiento del período sin sumar carga administrativa.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Faena y minería mediana · Construcción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Empresas de todos los rubros · 28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41" y="1922089"/>
            <a:ext cx="1416466" cy="1047861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0032" y="1922089"/>
            <a:ext cx="1416466" cy="104786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8823" y="1922089"/>
            <a:ext cx="1416466" cy="104786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7614" y="1922089"/>
            <a:ext cx="1416466" cy="1047861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6404" y="1922089"/>
            <a:ext cx="1416466" cy="1047861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5195" y="1922089"/>
            <a:ext cx="1416466" cy="1047861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63986" y="1922089"/>
            <a:ext cx="1416466" cy="1047861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1241" y="3110809"/>
            <a:ext cx="1416466" cy="1047861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0032" y="3110809"/>
            <a:ext cx="1416466" cy="1047861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8823" y="3110809"/>
            <a:ext cx="1416466" cy="1047861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87614" y="3110809"/>
            <a:ext cx="1416466" cy="1047861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46404" y="3110809"/>
            <a:ext cx="1416466" cy="1047861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05195" y="3110809"/>
            <a:ext cx="1416466" cy="1047861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63986" y="3110809"/>
            <a:ext cx="1416466" cy="1047861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1241" y="4299529"/>
            <a:ext cx="1416466" cy="1047861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70032" y="4299529"/>
            <a:ext cx="1416466" cy="1047861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28823" y="4311511"/>
            <a:ext cx="1416466" cy="1023896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87614" y="4299529"/>
            <a:ext cx="1416466" cy="1047861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46404" y="4299529"/>
            <a:ext cx="1416466" cy="1047861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05195" y="4299529"/>
            <a:ext cx="1416466" cy="1047861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63986" y="4299529"/>
            <a:ext cx="1416466" cy="1047861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11241" y="5488249"/>
            <a:ext cx="1416466" cy="1047861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270032" y="5488249"/>
            <a:ext cx="1416466" cy="1047861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28823" y="5488249"/>
            <a:ext cx="1416466" cy="1047861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387614" y="5488249"/>
            <a:ext cx="1416466" cy="1047861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946404" y="5488249"/>
            <a:ext cx="1416466" cy="1047861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505195" y="5488249"/>
            <a:ext cx="1416466" cy="1047861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063986" y="5488249"/>
            <a:ext cx="1416466" cy="10478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25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prevencionista termina haciendo de todo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firmas, informes y terreno al mismo tiempo. Así cuesta enfocarse en lo importante: prevenir.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hart-line-up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 que servía con una faena se cae con diez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Al crecer, el Excel se desordena y ya nadie sabe con certeza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uge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gerencia pide números y no los tienes a mano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Mostrar cómo va la gestión preventiva no debería tomarte días juntando datos de cada faena.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4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device-mobile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seal-check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uge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Datos para mostrar avance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el estado de cada faena y llevas indicadores a la gerencia sin andar juntando planillas.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