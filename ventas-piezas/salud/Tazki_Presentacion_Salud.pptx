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SALUD. Foco: Trazabilidad clínica sin papeleo.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al día,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sin papeleo clínico.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capacitaciones, EPP, documentación e investigación de accidentes de tus centros y recintos, con firma electrónica y trazabilidad ordenada.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Salud · Clínicas · Centros asistenciales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Salud y asistencia social · 4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4277" y="3704051"/>
            <a:ext cx="1419489" cy="105009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160" y="3704051"/>
            <a:ext cx="1419489" cy="1050096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33" y="3704051"/>
            <a:ext cx="1452712" cy="105009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7928" y="3704051"/>
            <a:ext cx="1419489" cy="10500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3867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se lleva en Excel y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Capacitaciones, entregas de EPP y registros repartidos en planillas y carpetas por recinto. Encontrar lo que necesitas cuesta.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complica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Registros firmados y al día de cada centro. Cuando están dispersos, reunir la evidencia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clipboard-text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Los procesos en terreno se hacen a mano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Charlas, checklists y firmas en papel que después hay que digitar. Se pierde tiempo y la información se traspapela.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947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hield-check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Un estándar para todos tus recintos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Capacitaciones, EPP y documentación con el mismo orden y trazabilidad en cada centro, listos para mostrar cuando los pidan.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