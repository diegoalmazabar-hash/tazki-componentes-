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SALUD. Foco: Trazabilidad clínica sin papeleo.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sal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al día,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papeleo clínico.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documentación e investigación de accidentes de tus centros y recintos, con firma electrónica y trazabilidad ordenada.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Salud · Clínicas · Centros asistenciales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salud · clínicas · centros asistenciales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ACHS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Ambulancias Metropolitan 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MEDS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HHS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Mutual - Phillips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10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se lleva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entregas de EPP y registros repartidos en planillas y carpetas por recinto. Encontrar lo que necesitas cuesta.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firmados y al día de cada centro. Cuando están dispersos, reunir la evidencia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firmas en papel que después hay que digitar. Se pierde tiempo y la información se traspapela.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818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Un estándar para todos tus recintos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Capacitaciones, EPP y documentación con el mismo orden y trazabilidad en cada centro, listos para mostrar cuando los pidan.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